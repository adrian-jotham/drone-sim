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99" r:id="rId2"/>
    <p:sldId id="324" r:id="rId3"/>
    <p:sldId id="315" r:id="rId4"/>
    <p:sldId id="331" r:id="rId5"/>
    <p:sldId id="326" r:id="rId6"/>
    <p:sldId id="327" r:id="rId7"/>
    <p:sldId id="329" r:id="rId8"/>
  </p:sldIdLst>
  <p:sldSz cx="18288000" cy="10287000"/>
  <p:notesSz cx="6858000" cy="9144000"/>
  <p:embeddedFontLst>
    <p:embeddedFont>
      <p:font typeface="Poppins" panose="00000500000000000000" pitchFamily="2" charset="0"/>
      <p:regular r:id="rId10"/>
      <p:bold r:id="rId11"/>
      <p:italic r:id="rId12"/>
      <p:boldItalic r:id="rId13"/>
    </p:embeddedFont>
    <p:embeddedFont>
      <p:font typeface="Poppins Bold" panose="00000800000000000000" charset="0"/>
      <p:regular r:id="rId14"/>
      <p:bold r:id="rId15"/>
    </p:embeddedFont>
    <p:embeddedFont>
      <p:font typeface="Poppins Medium" panose="00000600000000000000" pitchFamily="2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C42"/>
    <a:srgbClr val="4DE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0" autoAdjust="0"/>
    <p:restoredTop sz="94622" autoAdjust="0"/>
  </p:normalViewPr>
  <p:slideViewPr>
    <p:cSldViewPr>
      <p:cViewPr varScale="1">
        <p:scale>
          <a:sx n="62" d="100"/>
          <a:sy n="62" d="100"/>
        </p:scale>
        <p:origin x="101" y="6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 dirty="0">
                <a:latin typeface="Poppins Medium" panose="00000600000000000000" pitchFamily="2" charset="0"/>
                <a:cs typeface="Poppins Medium" panose="00000600000000000000" pitchFamily="2" charset="0"/>
              </a:rPr>
              <a:t>Per-Leg Waypoint Success Rate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Clean-start</c:v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3M</c:v>
              </c:pt>
              <c:pt idx="1">
                <c:v>30M</c:v>
              </c:pt>
              <c:pt idx="2">
                <c:v>40M</c:v>
              </c:pt>
            </c:strLit>
          </c:cat>
          <c:val>
            <c:numLit>
              <c:formatCode>General</c:formatCode>
              <c:ptCount val="3"/>
              <c:pt idx="0">
                <c:v>73</c:v>
              </c:pt>
              <c:pt idx="1">
                <c:v>82.9</c:v>
              </c:pt>
              <c:pt idx="2">
                <c:v>81.8</c:v>
              </c:pt>
            </c:numLit>
          </c:val>
          <c:extLst>
            <c:ext xmlns:c16="http://schemas.microsoft.com/office/drawing/2014/chart" uri="{C3380CC4-5D6E-409C-BE32-E72D297353CC}">
              <c16:uniqueId val="{00000000-0D8D-4959-8AF3-EC6449AD4420}"/>
            </c:ext>
          </c:extLst>
        </c:ser>
        <c:ser>
          <c:idx val="1"/>
          <c:order val="1"/>
          <c:tx>
            <c:v>Randomised</c:v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3M</c:v>
              </c:pt>
              <c:pt idx="1">
                <c:v>30M</c:v>
              </c:pt>
              <c:pt idx="2">
                <c:v>40M</c:v>
              </c:pt>
            </c:strLit>
          </c:cat>
          <c:val>
            <c:numLit>
              <c:formatCode>General</c:formatCode>
              <c:ptCount val="3"/>
              <c:pt idx="0">
                <c:v>25.9</c:v>
              </c:pt>
              <c:pt idx="1">
                <c:v>42.9</c:v>
              </c:pt>
              <c:pt idx="2">
                <c:v>53.5</c:v>
              </c:pt>
            </c:numLit>
          </c:val>
          <c:extLst>
            <c:ext xmlns:c16="http://schemas.microsoft.com/office/drawing/2014/chart" uri="{C3380CC4-5D6E-409C-BE32-E72D297353CC}">
              <c16:uniqueId val="{00000001-0D8D-4959-8AF3-EC6449AD4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"/>
        <c:axId val="2"/>
      </c:bar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 b="1"/>
                  <a:t>Training steps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 b="1"/>
                </a:pPr>
                <a:r>
                  <a:rPr lang="en-US" sz="1400" b="1"/>
                  <a:t>Success rate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79E80-F530-4A7C-97F8-A78CA8ACD553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6DAC6-12CB-4AE0-BB2E-34C51382B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32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13.pn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microsoft.com/office/2007/relationships/hdphoto" Target="../media/hdphoto2.wdp"/><Relationship Id="rId9" Type="http://schemas.microsoft.com/office/2007/relationships/hdphoto" Target="../media/hdphoto3.wdp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13.pn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microsoft.com/office/2007/relationships/hdphoto" Target="../media/hdphoto2.wdp"/><Relationship Id="rId9" Type="http://schemas.microsoft.com/office/2007/relationships/hdphoto" Target="../media/hdphoto3.wdp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2.wdp"/><Relationship Id="rId7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10" Type="http://schemas.microsoft.com/office/2007/relationships/hdphoto" Target="../media/hdphoto3.wdp"/><Relationship Id="rId4" Type="http://schemas.openxmlformats.org/officeDocument/2006/relationships/image" Target="../media/image6.jpeg"/><Relationship Id="rId9" Type="http://schemas.openxmlformats.org/officeDocument/2006/relationships/image" Target="../media/image1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rgbClr val="071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10" descr="장난감, 바퀴, 축적 모형, 무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839DAA6-D3B8-1677-B670-E566C2EE7C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54065" y="8724900"/>
            <a:ext cx="2454618" cy="15210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902912B-4E6A-015A-BD55-86DA9F991F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23743" b="21245"/>
          <a:stretch/>
        </p:blipFill>
        <p:spPr>
          <a:xfrm>
            <a:off x="7273202" y="332186"/>
            <a:ext cx="11014800" cy="9954816"/>
          </a:xfrm>
          <a:prstGeom prst="rect">
            <a:avLst/>
          </a:prstGeom>
        </p:spPr>
      </p:pic>
      <p:pic>
        <p:nvPicPr>
          <p:cNvPr id="60" name="그림 15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3BD8FE-C965-4278-A860-B2D6ABC8AE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70000" contrast="-70000"/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748" y="5044440"/>
            <a:ext cx="5259144" cy="521970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97A53F8D-94B3-4024-AFBB-7F84A7A8E7C5}"/>
              </a:ext>
            </a:extLst>
          </p:cNvPr>
          <p:cNvGrpSpPr/>
          <p:nvPr userDrawn="1"/>
        </p:nvGrpSpPr>
        <p:grpSpPr>
          <a:xfrm>
            <a:off x="0" y="9703663"/>
            <a:ext cx="8096692" cy="560478"/>
            <a:chOff x="0" y="-57150"/>
            <a:chExt cx="2408296" cy="147616"/>
          </a:xfrm>
        </p:grpSpPr>
        <p:sp>
          <p:nvSpPr>
            <p:cNvPr id="62" name="Freeform 3">
              <a:extLst>
                <a:ext uri="{FF2B5EF4-FFF2-40B4-BE49-F238E27FC236}">
                  <a16:creationId xmlns:a16="http://schemas.microsoft.com/office/drawing/2014/main" id="{3C1A6162-8C99-B1CB-BCBF-4735AD561C07}"/>
                </a:ext>
              </a:extLst>
            </p:cNvPr>
            <p:cNvSpPr/>
            <p:nvPr userDrawn="1"/>
          </p:nvSpPr>
          <p:spPr>
            <a:xfrm>
              <a:off x="0" y="0"/>
              <a:ext cx="2408296" cy="90466"/>
            </a:xfrm>
            <a:custGeom>
              <a:avLst/>
              <a:gdLst/>
              <a:ahLst/>
              <a:cxnLst/>
              <a:rect l="l" t="t" r="r" b="b"/>
              <a:pathLst>
                <a:path w="2408296" h="90466">
                  <a:moveTo>
                    <a:pt x="0" y="0"/>
                  </a:moveTo>
                  <a:lnTo>
                    <a:pt x="2408296" y="0"/>
                  </a:lnTo>
                  <a:lnTo>
                    <a:pt x="2408296" y="90466"/>
                  </a:lnTo>
                  <a:lnTo>
                    <a:pt x="0" y="90466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800"/>
            </a:p>
          </p:txBody>
        </p:sp>
        <p:sp>
          <p:nvSpPr>
            <p:cNvPr id="63" name="TextBox 4">
              <a:extLst>
                <a:ext uri="{FF2B5EF4-FFF2-40B4-BE49-F238E27FC236}">
                  <a16:creationId xmlns:a16="http://schemas.microsoft.com/office/drawing/2014/main" id="{BD3A7736-7376-7DA7-AE77-2EC2FFC23301}"/>
                </a:ext>
              </a:extLst>
            </p:cNvPr>
            <p:cNvSpPr txBox="1"/>
            <p:nvPr userDrawn="1"/>
          </p:nvSpPr>
          <p:spPr>
            <a:xfrm>
              <a:off x="0" y="-57150"/>
              <a:ext cx="2408296" cy="14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1800"/>
            </a:p>
          </p:txBody>
        </p:sp>
      </p:grpSp>
      <p:pic>
        <p:nvPicPr>
          <p:cNvPr id="64" name="그림 17" descr="스크린샷, 원, 다채로움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689E8A-43BD-59A2-FCBD-8676E878FA9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lum bright="70000" contrast="-70000"/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71"/>
          <a:stretch/>
        </p:blipFill>
        <p:spPr>
          <a:xfrm>
            <a:off x="-152400" y="7352389"/>
            <a:ext cx="5424488" cy="2133014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DCD0F03-D3E9-5577-5EBF-16D82D82A6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16687800" y="8724900"/>
            <a:ext cx="1371600" cy="13716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7" name="그림 13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0FACF9-1BB6-1E6C-C343-9012763792E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biLevel thresh="25000"/>
            <a:alphaModFix amt="9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02" b="23993"/>
          <a:stretch/>
        </p:blipFill>
        <p:spPr>
          <a:xfrm>
            <a:off x="15849600" y="87256"/>
            <a:ext cx="2260600" cy="139864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B04608C-EA12-35A8-6C99-05D30EF56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l="43515" t="32770"/>
          <a:stretch/>
        </p:blipFill>
        <p:spPr>
          <a:xfrm>
            <a:off x="1" y="0"/>
            <a:ext cx="4029066" cy="3901944"/>
          </a:xfrm>
          <a:prstGeom prst="rect">
            <a:avLst/>
          </a:prstGeom>
        </p:spPr>
      </p:pic>
      <p:sp>
        <p:nvSpPr>
          <p:cNvPr id="70" name="Title 69">
            <a:extLst>
              <a:ext uri="{FF2B5EF4-FFF2-40B4-BE49-F238E27FC236}">
                <a16:creationId xmlns:a16="http://schemas.microsoft.com/office/drawing/2014/main" id="{853D7E84-0932-0190-59E3-86FD143C24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0908" y="2724580"/>
            <a:ext cx="12077892" cy="1648976"/>
          </a:xfrm>
        </p:spPr>
        <p:txBody>
          <a:bodyPr>
            <a:noAutofit/>
          </a:bodyPr>
          <a:lstStyle>
            <a:lvl1pPr algn="l">
              <a:defRPr lang="en-US" sz="88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B0FB6BAA-8562-EA3A-67E7-93D593E70A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0638" y="4759326"/>
            <a:ext cx="9829800" cy="1648976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9" name="Text Placeholder 77">
            <a:extLst>
              <a:ext uri="{FF2B5EF4-FFF2-40B4-BE49-F238E27FC236}">
                <a16:creationId xmlns:a16="http://schemas.microsoft.com/office/drawing/2014/main" id="{B4821BDC-99B7-4B2C-E25E-00294B7893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90638" y="6794071"/>
            <a:ext cx="9829800" cy="645778"/>
          </a:xfrm>
        </p:spPr>
        <p:txBody>
          <a:bodyPr>
            <a:normAutofit/>
          </a:bodyPr>
          <a:lstStyle>
            <a:lvl1pPr marL="0" indent="0">
              <a:buNone/>
              <a:defRPr sz="3600" b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s">
    <p:bg>
      <p:bgPr>
        <a:solidFill>
          <a:srgbClr val="071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그룹 8">
            <a:extLst>
              <a:ext uri="{FF2B5EF4-FFF2-40B4-BE49-F238E27FC236}">
                <a16:creationId xmlns:a16="http://schemas.microsoft.com/office/drawing/2014/main" id="{075BDA41-216C-3A82-081E-CF033B14AFAD}"/>
              </a:ext>
            </a:extLst>
          </p:cNvPr>
          <p:cNvGrpSpPr/>
          <p:nvPr userDrawn="1"/>
        </p:nvGrpSpPr>
        <p:grpSpPr>
          <a:xfrm>
            <a:off x="1409700" y="4076702"/>
            <a:ext cx="6400800" cy="2058582"/>
            <a:chOff x="1001541" y="2969178"/>
            <a:chExt cx="2515384" cy="883374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7F9F915-3FB6-5E28-D4FF-E7382F737DDA}"/>
                </a:ext>
              </a:extLst>
            </p:cNvPr>
            <p:cNvSpPr txBox="1"/>
            <p:nvPr/>
          </p:nvSpPr>
          <p:spPr>
            <a:xfrm>
              <a:off x="1001541" y="3105415"/>
              <a:ext cx="2515384" cy="567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rgbClr val="F8FBFE"/>
                  </a:solidFill>
                  <a:latin typeface="Poppins Bold" panose="00000800000000000000" charset="0"/>
                  <a:cs typeface="Poppins Bold" panose="00000800000000000000" charset="0"/>
                </a:rPr>
                <a:t>CONTENTS</a:t>
              </a:r>
            </a:p>
          </p:txBody>
        </p:sp>
        <p:cxnSp>
          <p:nvCxnSpPr>
            <p:cNvPr id="52" name="직선 연결선 10">
              <a:extLst>
                <a:ext uri="{FF2B5EF4-FFF2-40B4-BE49-F238E27FC236}">
                  <a16:creationId xmlns:a16="http://schemas.microsoft.com/office/drawing/2014/main" id="{DFB6B534-D788-F794-B7E8-370C7ED279F5}"/>
                </a:ext>
              </a:extLst>
            </p:cNvPr>
            <p:cNvCxnSpPr/>
            <p:nvPr/>
          </p:nvCxnSpPr>
          <p:spPr>
            <a:xfrm>
              <a:off x="1159352" y="2969178"/>
              <a:ext cx="2197894" cy="0"/>
            </a:xfrm>
            <a:prstGeom prst="line">
              <a:avLst/>
            </a:prstGeom>
            <a:ln w="12700">
              <a:solidFill>
                <a:srgbClr val="F8FB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11">
              <a:extLst>
                <a:ext uri="{FF2B5EF4-FFF2-40B4-BE49-F238E27FC236}">
                  <a16:creationId xmlns:a16="http://schemas.microsoft.com/office/drawing/2014/main" id="{E80169F4-089E-A9A4-D03F-AB89321C0035}"/>
                </a:ext>
              </a:extLst>
            </p:cNvPr>
            <p:cNvCxnSpPr/>
            <p:nvPr/>
          </p:nvCxnSpPr>
          <p:spPr>
            <a:xfrm>
              <a:off x="1159352" y="3852552"/>
              <a:ext cx="2197894" cy="0"/>
            </a:xfrm>
            <a:prstGeom prst="line">
              <a:avLst/>
            </a:prstGeom>
            <a:ln w="12700">
              <a:solidFill>
                <a:srgbClr val="F8FB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12">
            <a:extLst>
              <a:ext uri="{FF2B5EF4-FFF2-40B4-BE49-F238E27FC236}">
                <a16:creationId xmlns:a16="http://schemas.microsoft.com/office/drawing/2014/main" id="{9D10EC35-3210-6179-9949-77E4A1D37A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44000" y="-34329"/>
            <a:ext cx="9144000" cy="10303326"/>
          </a:xfrm>
          <a:prstGeom prst="rect">
            <a:avLst/>
          </a:prstGeom>
          <a:solidFill>
            <a:schemeClr val="bg1">
              <a:alpha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400" dirty="0"/>
          </a:p>
        </p:txBody>
      </p:sp>
      <p:pic>
        <p:nvPicPr>
          <p:cNvPr id="56" name="그림 13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9125C07-8820-E5C7-5DBB-AAADE72F20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25000"/>
            <a:alphaModFix amt="9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02" b="23993"/>
          <a:stretch/>
        </p:blipFill>
        <p:spPr>
          <a:xfrm>
            <a:off x="304800" y="8686878"/>
            <a:ext cx="2260600" cy="1398644"/>
          </a:xfrm>
          <a:prstGeom prst="rect">
            <a:avLst/>
          </a:prstGeom>
        </p:spPr>
      </p:pic>
      <p:sp>
        <p:nvSpPr>
          <p:cNvPr id="57" name="텍스트 개체 틀 80">
            <a:extLst>
              <a:ext uri="{FF2B5EF4-FFF2-40B4-BE49-F238E27FC236}">
                <a16:creationId xmlns:a16="http://schemas.microsoft.com/office/drawing/2014/main" id="{88350DDB-6B93-F136-B339-238B6716E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99218" y="1797774"/>
            <a:ext cx="1164392" cy="1164392"/>
          </a:xfrm>
        </p:spPr>
        <p:txBody>
          <a:bodyPr anchor="ctr">
            <a:noAutofit/>
          </a:bodyPr>
          <a:lstStyle>
            <a:lvl1pPr marL="0" indent="0" algn="ctr">
              <a:buNone/>
              <a:defRPr sz="9600" b="1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DD3557-1C19-16A3-7EF6-988191F45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ln>
            <a:noFill/>
          </a:ln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8" name="텍스트 개체 틀 90">
            <a:extLst>
              <a:ext uri="{FF2B5EF4-FFF2-40B4-BE49-F238E27FC236}">
                <a16:creationId xmlns:a16="http://schemas.microsoft.com/office/drawing/2014/main" id="{C9E2B0FE-5CD6-C27E-DC36-9EA9C22D92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398972" y="2607718"/>
            <a:ext cx="4935936" cy="407392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altLang="ko-KR" dirty="0"/>
              <a:t>Sub title</a:t>
            </a:r>
            <a:endParaRPr lang="ko-KR" altLang="en-US" dirty="0"/>
          </a:p>
        </p:txBody>
      </p:sp>
      <p:sp>
        <p:nvSpPr>
          <p:cNvPr id="59" name="텍스트 개체 틀 92">
            <a:extLst>
              <a:ext uri="{FF2B5EF4-FFF2-40B4-BE49-F238E27FC236}">
                <a16:creationId xmlns:a16="http://schemas.microsoft.com/office/drawing/2014/main" id="{4A9ADE60-B59A-E569-5B49-92F41B9061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39600" y="1790700"/>
            <a:ext cx="5410200" cy="760572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6000" b="1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rgbClr val="0B5395"/>
                </a:solidFill>
              </a:defRPr>
            </a:lvl2pPr>
            <a:lvl3pPr>
              <a:defRPr>
                <a:solidFill>
                  <a:srgbClr val="0B5395"/>
                </a:solidFill>
              </a:defRPr>
            </a:lvl3pPr>
            <a:lvl4pPr>
              <a:defRPr>
                <a:solidFill>
                  <a:srgbClr val="0B5395"/>
                </a:solidFill>
              </a:defRPr>
            </a:lvl4pPr>
            <a:lvl5pPr>
              <a:defRPr>
                <a:solidFill>
                  <a:srgbClr val="0B5395"/>
                </a:solidFill>
              </a:defRPr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0" name="텍스트 개체 틀 94">
            <a:extLst>
              <a:ext uri="{FF2B5EF4-FFF2-40B4-BE49-F238E27FC236}">
                <a16:creationId xmlns:a16="http://schemas.microsoft.com/office/drawing/2014/main" id="{0BA1C467-7475-956D-DE37-F4C7216DF3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12294834" y="2601080"/>
            <a:ext cx="91440" cy="407392"/>
          </a:xfrm>
          <a:solidFill>
            <a:srgbClr val="023168"/>
          </a:solidFill>
        </p:spPr>
        <p:txBody>
          <a:bodyPr>
            <a:noAutofit/>
          </a:bodyPr>
          <a:lstStyle>
            <a:lvl1pPr marL="0" indent="0">
              <a:buNone/>
              <a:defRPr sz="4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7" name="텍스트 개체 틀 80">
            <a:extLst>
              <a:ext uri="{FF2B5EF4-FFF2-40B4-BE49-F238E27FC236}">
                <a16:creationId xmlns:a16="http://schemas.microsoft.com/office/drawing/2014/main" id="{B2BF452C-3C1A-39C8-9E95-0C96649C45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99218" y="3631782"/>
            <a:ext cx="1164392" cy="1164392"/>
          </a:xfrm>
        </p:spPr>
        <p:txBody>
          <a:bodyPr anchor="ctr">
            <a:noAutofit/>
          </a:bodyPr>
          <a:lstStyle>
            <a:lvl1pPr marL="0" indent="0" algn="ctr">
              <a:buNone/>
              <a:defRPr sz="9600" b="1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8" name="텍스트 개체 틀 90">
            <a:extLst>
              <a:ext uri="{FF2B5EF4-FFF2-40B4-BE49-F238E27FC236}">
                <a16:creationId xmlns:a16="http://schemas.microsoft.com/office/drawing/2014/main" id="{E843A116-9BB0-B15C-0B7F-DB0BB2AB62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98973" y="4441726"/>
            <a:ext cx="4935934" cy="407392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altLang="ko-KR" dirty="0"/>
              <a:t>Sub title</a:t>
            </a:r>
            <a:endParaRPr lang="ko-KR" altLang="en-US" dirty="0"/>
          </a:p>
        </p:txBody>
      </p:sp>
      <p:sp>
        <p:nvSpPr>
          <p:cNvPr id="79" name="텍스트 개체 틀 92">
            <a:extLst>
              <a:ext uri="{FF2B5EF4-FFF2-40B4-BE49-F238E27FC236}">
                <a16:creationId xmlns:a16="http://schemas.microsoft.com/office/drawing/2014/main" id="{8AB929F4-27D1-4643-4BEC-EDAD72B057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39600" y="3624710"/>
            <a:ext cx="5410200" cy="760572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6000" b="1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rgbClr val="0B5395"/>
                </a:solidFill>
              </a:defRPr>
            </a:lvl2pPr>
            <a:lvl3pPr>
              <a:defRPr>
                <a:solidFill>
                  <a:srgbClr val="0B5395"/>
                </a:solidFill>
              </a:defRPr>
            </a:lvl3pPr>
            <a:lvl4pPr>
              <a:defRPr>
                <a:solidFill>
                  <a:srgbClr val="0B5395"/>
                </a:solidFill>
              </a:defRPr>
            </a:lvl4pPr>
            <a:lvl5pPr>
              <a:defRPr>
                <a:solidFill>
                  <a:srgbClr val="0B5395"/>
                </a:solidFill>
              </a:defRPr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80" name="텍스트 개체 틀 94">
            <a:extLst>
              <a:ext uri="{FF2B5EF4-FFF2-40B4-BE49-F238E27FC236}">
                <a16:creationId xmlns:a16="http://schemas.microsoft.com/office/drawing/2014/main" id="{DEAE2649-2737-65B3-759F-55752DD537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12294834" y="4435090"/>
            <a:ext cx="91440" cy="407392"/>
          </a:xfrm>
          <a:solidFill>
            <a:srgbClr val="023168"/>
          </a:solidFill>
        </p:spPr>
        <p:txBody>
          <a:bodyPr>
            <a:noAutofit/>
          </a:bodyPr>
          <a:lstStyle>
            <a:lvl1pPr marL="0" indent="0">
              <a:buNone/>
              <a:defRPr sz="4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1" name="텍스트 개체 틀 80">
            <a:extLst>
              <a:ext uri="{FF2B5EF4-FFF2-40B4-BE49-F238E27FC236}">
                <a16:creationId xmlns:a16="http://schemas.microsoft.com/office/drawing/2014/main" id="{7CCFD2D2-73EA-6758-CDDE-85C94BC571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99218" y="5458718"/>
            <a:ext cx="1164392" cy="1164392"/>
          </a:xfrm>
        </p:spPr>
        <p:txBody>
          <a:bodyPr anchor="ctr">
            <a:noAutofit/>
          </a:bodyPr>
          <a:lstStyle>
            <a:lvl1pPr marL="0" indent="0" algn="ctr">
              <a:buNone/>
              <a:defRPr sz="9600" b="1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2" name="텍스트 개체 틀 90">
            <a:extLst>
              <a:ext uri="{FF2B5EF4-FFF2-40B4-BE49-F238E27FC236}">
                <a16:creationId xmlns:a16="http://schemas.microsoft.com/office/drawing/2014/main" id="{C371D762-4054-EA7C-FF1E-D023965C97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398973" y="6268662"/>
            <a:ext cx="4935934" cy="407392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altLang="ko-KR" dirty="0"/>
              <a:t>Sub title</a:t>
            </a:r>
            <a:endParaRPr lang="ko-KR" altLang="en-US" dirty="0"/>
          </a:p>
        </p:txBody>
      </p:sp>
      <p:sp>
        <p:nvSpPr>
          <p:cNvPr id="83" name="텍스트 개체 틀 92">
            <a:extLst>
              <a:ext uri="{FF2B5EF4-FFF2-40B4-BE49-F238E27FC236}">
                <a16:creationId xmlns:a16="http://schemas.microsoft.com/office/drawing/2014/main" id="{CDC4A813-BB75-D047-8B86-070A2A6E4A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39600" y="5451646"/>
            <a:ext cx="5410200" cy="760572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6000" b="1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rgbClr val="0B5395"/>
                </a:solidFill>
              </a:defRPr>
            </a:lvl2pPr>
            <a:lvl3pPr>
              <a:defRPr>
                <a:solidFill>
                  <a:srgbClr val="0B5395"/>
                </a:solidFill>
              </a:defRPr>
            </a:lvl3pPr>
            <a:lvl4pPr>
              <a:defRPr>
                <a:solidFill>
                  <a:srgbClr val="0B5395"/>
                </a:solidFill>
              </a:defRPr>
            </a:lvl4pPr>
            <a:lvl5pPr>
              <a:defRPr>
                <a:solidFill>
                  <a:srgbClr val="0B5395"/>
                </a:solidFill>
              </a:defRPr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84" name="텍스트 개체 틀 94">
            <a:extLst>
              <a:ext uri="{FF2B5EF4-FFF2-40B4-BE49-F238E27FC236}">
                <a16:creationId xmlns:a16="http://schemas.microsoft.com/office/drawing/2014/main" id="{580E6A6D-81DC-D82C-6B6F-2F83EB2313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flipH="1">
            <a:off x="12294834" y="6262026"/>
            <a:ext cx="91440" cy="407392"/>
          </a:xfrm>
          <a:solidFill>
            <a:srgbClr val="023168"/>
          </a:solidFill>
        </p:spPr>
        <p:txBody>
          <a:bodyPr>
            <a:noAutofit/>
          </a:bodyPr>
          <a:lstStyle>
            <a:lvl1pPr marL="0" indent="0">
              <a:buNone/>
              <a:defRPr sz="4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5" name="텍스트 개체 틀 80">
            <a:extLst>
              <a:ext uri="{FF2B5EF4-FFF2-40B4-BE49-F238E27FC236}">
                <a16:creationId xmlns:a16="http://schemas.microsoft.com/office/drawing/2014/main" id="{5B52EC5B-A951-595F-A2AF-36D402226B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999218" y="7278582"/>
            <a:ext cx="1164392" cy="1164392"/>
          </a:xfrm>
        </p:spPr>
        <p:txBody>
          <a:bodyPr anchor="ctr">
            <a:noAutofit/>
          </a:bodyPr>
          <a:lstStyle>
            <a:lvl1pPr marL="0" indent="0" algn="ctr">
              <a:buNone/>
              <a:defRPr sz="9600" b="1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86" name="텍스트 개체 틀 90">
            <a:extLst>
              <a:ext uri="{FF2B5EF4-FFF2-40B4-BE49-F238E27FC236}">
                <a16:creationId xmlns:a16="http://schemas.microsoft.com/office/drawing/2014/main" id="{833CDD27-F739-3CCE-4BFE-77B360408C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398972" y="8088526"/>
            <a:ext cx="4935932" cy="407392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altLang="ko-KR" dirty="0"/>
              <a:t>Sub title</a:t>
            </a:r>
            <a:endParaRPr lang="ko-KR" altLang="en-US" dirty="0"/>
          </a:p>
        </p:txBody>
      </p:sp>
      <p:sp>
        <p:nvSpPr>
          <p:cNvPr id="87" name="텍스트 개체 틀 92">
            <a:extLst>
              <a:ext uri="{FF2B5EF4-FFF2-40B4-BE49-F238E27FC236}">
                <a16:creationId xmlns:a16="http://schemas.microsoft.com/office/drawing/2014/main" id="{D19627DB-3EE0-92EF-EBD0-7C3CC84ED8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039600" y="7271508"/>
            <a:ext cx="5410200" cy="760572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6000" b="1">
                <a:solidFill>
                  <a:srgbClr val="071C4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rgbClr val="0B5395"/>
                </a:solidFill>
              </a:defRPr>
            </a:lvl2pPr>
            <a:lvl3pPr>
              <a:defRPr>
                <a:solidFill>
                  <a:srgbClr val="0B5395"/>
                </a:solidFill>
              </a:defRPr>
            </a:lvl3pPr>
            <a:lvl4pPr>
              <a:defRPr>
                <a:solidFill>
                  <a:srgbClr val="0B5395"/>
                </a:solidFill>
              </a:defRPr>
            </a:lvl4pPr>
            <a:lvl5pPr>
              <a:defRPr>
                <a:solidFill>
                  <a:srgbClr val="0B5395"/>
                </a:solidFill>
              </a:defRPr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88" name="텍스트 개체 틀 94">
            <a:extLst>
              <a:ext uri="{FF2B5EF4-FFF2-40B4-BE49-F238E27FC236}">
                <a16:creationId xmlns:a16="http://schemas.microsoft.com/office/drawing/2014/main" id="{F4884C3C-ED80-8C94-B3DF-0D68005589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flipH="1">
            <a:off x="12294834" y="8081888"/>
            <a:ext cx="91440" cy="407392"/>
          </a:xfrm>
          <a:solidFill>
            <a:srgbClr val="023168"/>
          </a:solidFill>
        </p:spPr>
        <p:txBody>
          <a:bodyPr>
            <a:noAutofit/>
          </a:bodyPr>
          <a:lstStyle>
            <a:lvl1pPr marL="0" indent="0">
              <a:buNone/>
              <a:defRPr sz="48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0351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Co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CAF272A-1E4E-D365-185B-12B0729B72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2991" r="33365"/>
          <a:stretch/>
        </p:blipFill>
        <p:spPr>
          <a:xfrm>
            <a:off x="5949335" y="-1"/>
            <a:ext cx="12338666" cy="9335758"/>
          </a:xfrm>
          <a:prstGeom prst="rect">
            <a:avLst/>
          </a:prstGeom>
        </p:spPr>
      </p:pic>
      <p:pic>
        <p:nvPicPr>
          <p:cNvPr id="4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C405A4-E9A1-70BF-D553-A9127FC06B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228" y="4914900"/>
            <a:ext cx="5259144" cy="52197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D63652A-8C16-2162-8AAC-4B364E0CA25C}"/>
              </a:ext>
            </a:extLst>
          </p:cNvPr>
          <p:cNvGrpSpPr/>
          <p:nvPr userDrawn="1"/>
        </p:nvGrpSpPr>
        <p:grpSpPr>
          <a:xfrm>
            <a:off x="0" y="0"/>
            <a:ext cx="18305016" cy="1714500"/>
            <a:chOff x="0" y="0"/>
            <a:chExt cx="18288000" cy="45444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C683701-CBB2-79DC-39BD-AB01158DC67B}"/>
                </a:ext>
              </a:extLst>
            </p:cNvPr>
            <p:cNvGrpSpPr/>
            <p:nvPr/>
          </p:nvGrpSpPr>
          <p:grpSpPr>
            <a:xfrm>
              <a:off x="0" y="0"/>
              <a:ext cx="18288000" cy="4544475"/>
              <a:chOff x="0" y="0"/>
              <a:chExt cx="4816593" cy="1196899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A4C5B896-97AB-C3D5-4970-515E975ED64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19689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19689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196899"/>
                    </a:lnTo>
                    <a:lnTo>
                      <a:pt x="0" y="1196899"/>
                    </a:lnTo>
                    <a:close/>
                  </a:path>
                </a:pathLst>
              </a:custGeom>
              <a:solidFill>
                <a:srgbClr val="071C42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CD21EA0B-A643-C2F0-BD82-AE10F26389C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816593" cy="1254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900"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01617CF8-C500-63B5-D46B-0EA9594DE268}"/>
                </a:ext>
              </a:extLst>
            </p:cNvPr>
            <p:cNvGrpSpPr/>
            <p:nvPr/>
          </p:nvGrpSpPr>
          <p:grpSpPr>
            <a:xfrm>
              <a:off x="0" y="3983997"/>
              <a:ext cx="9144000" cy="560482"/>
              <a:chOff x="0" y="-57150"/>
              <a:chExt cx="2408296" cy="147617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60E026CB-A973-0BC2-D5C3-A70EAE8C2E08}"/>
                  </a:ext>
                </a:extLst>
              </p:cNvPr>
              <p:cNvSpPr/>
              <p:nvPr/>
            </p:nvSpPr>
            <p:spPr>
              <a:xfrm>
                <a:off x="0" y="1"/>
                <a:ext cx="2408296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90466">
                    <a:moveTo>
                      <a:pt x="0" y="0"/>
                    </a:moveTo>
                    <a:lnTo>
                      <a:pt x="2408296" y="0"/>
                    </a:lnTo>
                    <a:lnTo>
                      <a:pt x="2408296" y="90466"/>
                    </a:lnTo>
                    <a:lnTo>
                      <a:pt x="0" y="90466"/>
                    </a:lnTo>
                    <a:close/>
                  </a:path>
                </a:pathLst>
              </a:custGeom>
              <a:solidFill>
                <a:srgbClr val="4DE1C7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F8250C09-06D1-2038-551B-DA6B3F8C7B7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408296" cy="147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sz="900"/>
              </a:p>
            </p:txBody>
          </p:sp>
        </p:grpSp>
      </p:grpSp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0851A0-56E3-8E7C-5FF4-50DC25827F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8622592"/>
            <a:ext cx="1915886" cy="191174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48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7E1B-4CCE-2039-BC5A-CFCD140F553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828FC65-0FD6-F675-5A63-96CD2271FE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70000" contrast="-70000"/>
            <a:alphaModFix amt="85000"/>
          </a:blip>
          <a:srcRect l="16343" t="13218" r="15017" b="13239"/>
          <a:stretch/>
        </p:blipFill>
        <p:spPr>
          <a:xfrm>
            <a:off x="16383000" y="-25493"/>
            <a:ext cx="1600200" cy="17144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Communication Topic</a:t>
            </a:r>
          </a:p>
        </p:txBody>
      </p:sp>
    </p:spTree>
    <p:extLst>
      <p:ext uri="{BB962C8B-B14F-4D97-AF65-F5344CB8AC3E}">
        <p14:creationId xmlns:p14="http://schemas.microsoft.com/office/powerpoint/2010/main" val="48227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CAF272A-1E4E-D365-185B-12B0729B72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2991" r="33365"/>
          <a:stretch/>
        </p:blipFill>
        <p:spPr>
          <a:xfrm>
            <a:off x="5949335" y="-1"/>
            <a:ext cx="12338666" cy="9335758"/>
          </a:xfrm>
          <a:prstGeom prst="rect">
            <a:avLst/>
          </a:prstGeom>
        </p:spPr>
      </p:pic>
      <p:pic>
        <p:nvPicPr>
          <p:cNvPr id="4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C405A4-E9A1-70BF-D553-A9127FC06B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228" y="4914900"/>
            <a:ext cx="5259144" cy="52197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D63652A-8C16-2162-8AAC-4B364E0CA25C}"/>
              </a:ext>
            </a:extLst>
          </p:cNvPr>
          <p:cNvGrpSpPr/>
          <p:nvPr userDrawn="1"/>
        </p:nvGrpSpPr>
        <p:grpSpPr>
          <a:xfrm>
            <a:off x="0" y="0"/>
            <a:ext cx="18305016" cy="1714500"/>
            <a:chOff x="0" y="0"/>
            <a:chExt cx="18288000" cy="45444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C683701-CBB2-79DC-39BD-AB01158DC67B}"/>
                </a:ext>
              </a:extLst>
            </p:cNvPr>
            <p:cNvGrpSpPr/>
            <p:nvPr/>
          </p:nvGrpSpPr>
          <p:grpSpPr>
            <a:xfrm>
              <a:off x="0" y="0"/>
              <a:ext cx="18288000" cy="4544475"/>
              <a:chOff x="0" y="0"/>
              <a:chExt cx="4816593" cy="1196899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A4C5B896-97AB-C3D5-4970-515E975ED64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19689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19689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196899"/>
                    </a:lnTo>
                    <a:lnTo>
                      <a:pt x="0" y="1196899"/>
                    </a:lnTo>
                    <a:close/>
                  </a:path>
                </a:pathLst>
              </a:custGeom>
              <a:solidFill>
                <a:srgbClr val="071C42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CD21EA0B-A643-C2F0-BD82-AE10F26389C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816593" cy="1254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900"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01617CF8-C500-63B5-D46B-0EA9594DE268}"/>
                </a:ext>
              </a:extLst>
            </p:cNvPr>
            <p:cNvGrpSpPr/>
            <p:nvPr/>
          </p:nvGrpSpPr>
          <p:grpSpPr>
            <a:xfrm>
              <a:off x="0" y="3983997"/>
              <a:ext cx="9144000" cy="560482"/>
              <a:chOff x="0" y="-57150"/>
              <a:chExt cx="2408296" cy="147617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60E026CB-A973-0BC2-D5C3-A70EAE8C2E08}"/>
                  </a:ext>
                </a:extLst>
              </p:cNvPr>
              <p:cNvSpPr/>
              <p:nvPr/>
            </p:nvSpPr>
            <p:spPr>
              <a:xfrm>
                <a:off x="0" y="1"/>
                <a:ext cx="2408296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90466">
                    <a:moveTo>
                      <a:pt x="0" y="0"/>
                    </a:moveTo>
                    <a:lnTo>
                      <a:pt x="2408296" y="0"/>
                    </a:lnTo>
                    <a:lnTo>
                      <a:pt x="2408296" y="90466"/>
                    </a:lnTo>
                    <a:lnTo>
                      <a:pt x="0" y="90466"/>
                    </a:lnTo>
                    <a:close/>
                  </a:path>
                </a:pathLst>
              </a:custGeom>
              <a:solidFill>
                <a:srgbClr val="4DE1C7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F8250C09-06D1-2038-551B-DA6B3F8C7B7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408296" cy="147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sz="900"/>
              </a:p>
            </p:txBody>
          </p:sp>
        </p:grpSp>
      </p:grpSp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0851A0-56E3-8E7C-5FF4-50DC25827F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8622592"/>
            <a:ext cx="1915886" cy="191174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97646"/>
            <a:ext cx="17068800" cy="914400"/>
          </a:xfrm>
        </p:spPr>
        <p:txBody>
          <a:bodyPr>
            <a:normAutofit/>
          </a:bodyPr>
          <a:lstStyle>
            <a:lvl1pPr>
              <a:defRPr sz="4800" b="1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7E1B-4CCE-2039-BC5A-CFCD140F553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828FC65-0FD6-F675-5A63-96CD2271FE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70000" contrast="-70000"/>
            <a:alphaModFix amt="85000"/>
          </a:blip>
          <a:srcRect l="16343" t="13218" r="15017" b="13239"/>
          <a:stretch/>
        </p:blipFill>
        <p:spPr>
          <a:xfrm>
            <a:off x="16383000" y="-25493"/>
            <a:ext cx="1600200" cy="17144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Communication Topic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5E27BE-3A68-5FA8-100A-84CA569821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3200043"/>
            <a:ext cx="17068800" cy="6363058"/>
          </a:xfrm>
        </p:spPr>
        <p:txBody>
          <a:bodyPr>
            <a:normAutofit/>
          </a:bodyPr>
          <a:lstStyle>
            <a:lvl1pPr>
              <a:defRPr sz="4800" b="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524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Ux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89B1586-BE59-6373-D3F4-790E1414E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2991" r="33365"/>
          <a:stretch/>
        </p:blipFill>
        <p:spPr>
          <a:xfrm>
            <a:off x="5949335" y="-1"/>
            <a:ext cx="12338666" cy="9335758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D63652A-8C16-2162-8AAC-4B364E0CA25C}"/>
              </a:ext>
            </a:extLst>
          </p:cNvPr>
          <p:cNvGrpSpPr/>
          <p:nvPr userDrawn="1"/>
        </p:nvGrpSpPr>
        <p:grpSpPr>
          <a:xfrm>
            <a:off x="0" y="0"/>
            <a:ext cx="18305016" cy="1714500"/>
            <a:chOff x="0" y="0"/>
            <a:chExt cx="18288000" cy="45444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C683701-CBB2-79DC-39BD-AB01158DC67B}"/>
                </a:ext>
              </a:extLst>
            </p:cNvPr>
            <p:cNvGrpSpPr/>
            <p:nvPr/>
          </p:nvGrpSpPr>
          <p:grpSpPr>
            <a:xfrm>
              <a:off x="0" y="0"/>
              <a:ext cx="18288000" cy="4544475"/>
              <a:chOff x="0" y="0"/>
              <a:chExt cx="4816593" cy="1196899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A4C5B896-97AB-C3D5-4970-515E975ED64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19689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19689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196899"/>
                    </a:lnTo>
                    <a:lnTo>
                      <a:pt x="0" y="1196899"/>
                    </a:lnTo>
                    <a:close/>
                  </a:path>
                </a:pathLst>
              </a:custGeom>
              <a:solidFill>
                <a:srgbClr val="071C42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CD21EA0B-A643-C2F0-BD82-AE10F26389C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816593" cy="1254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900"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01617CF8-C500-63B5-D46B-0EA9594DE268}"/>
                </a:ext>
              </a:extLst>
            </p:cNvPr>
            <p:cNvGrpSpPr/>
            <p:nvPr/>
          </p:nvGrpSpPr>
          <p:grpSpPr>
            <a:xfrm>
              <a:off x="0" y="3983997"/>
              <a:ext cx="9144000" cy="560482"/>
              <a:chOff x="0" y="-57150"/>
              <a:chExt cx="2408296" cy="147617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60E026CB-A973-0BC2-D5C3-A70EAE8C2E08}"/>
                  </a:ext>
                </a:extLst>
              </p:cNvPr>
              <p:cNvSpPr/>
              <p:nvPr/>
            </p:nvSpPr>
            <p:spPr>
              <a:xfrm>
                <a:off x="0" y="1"/>
                <a:ext cx="2408296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90466">
                    <a:moveTo>
                      <a:pt x="0" y="0"/>
                    </a:moveTo>
                    <a:lnTo>
                      <a:pt x="2408296" y="0"/>
                    </a:lnTo>
                    <a:lnTo>
                      <a:pt x="2408296" y="90466"/>
                    </a:lnTo>
                    <a:lnTo>
                      <a:pt x="0" y="90466"/>
                    </a:lnTo>
                    <a:close/>
                  </a:path>
                </a:pathLst>
              </a:custGeom>
              <a:solidFill>
                <a:srgbClr val="4DE1C7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F8250C09-06D1-2038-551B-DA6B3F8C7B7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408296" cy="147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sz="900"/>
              </a:p>
            </p:txBody>
          </p:sp>
        </p:grpSp>
      </p:grpSp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0851A0-56E3-8E7C-5FF4-50DC25827F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8622592"/>
            <a:ext cx="1915886" cy="191174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그림 3" descr="교통, 드론, 항공기, 무선 조종 완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F8354A1-7B96-C543-902F-C06F06D35DB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9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8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207" y="177895"/>
            <a:ext cx="2768794" cy="13843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48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7E1B-4CCE-2039-BC5A-CFCD140F553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pic>
        <p:nvPicPr>
          <p:cNvPr id="4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C405A4-E9A1-70BF-D553-A9127FC06B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5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228" y="4914900"/>
            <a:ext cx="5259144" cy="5219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 err="1"/>
              <a:t>UxV</a:t>
            </a:r>
            <a:r>
              <a:rPr lang="en-US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58490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Subtitle Ux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CAF272A-1E4E-D365-185B-12B0729B72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2991" r="33365"/>
          <a:stretch/>
        </p:blipFill>
        <p:spPr>
          <a:xfrm>
            <a:off x="5949335" y="-1"/>
            <a:ext cx="12338666" cy="9335758"/>
          </a:xfrm>
          <a:prstGeom prst="rect">
            <a:avLst/>
          </a:prstGeom>
        </p:spPr>
      </p:pic>
      <p:pic>
        <p:nvPicPr>
          <p:cNvPr id="4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C405A4-E9A1-70BF-D553-A9127FC06B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228" y="4914900"/>
            <a:ext cx="5259144" cy="52197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D63652A-8C16-2162-8AAC-4B364E0CA25C}"/>
              </a:ext>
            </a:extLst>
          </p:cNvPr>
          <p:cNvGrpSpPr/>
          <p:nvPr userDrawn="1"/>
        </p:nvGrpSpPr>
        <p:grpSpPr>
          <a:xfrm>
            <a:off x="0" y="0"/>
            <a:ext cx="18305016" cy="1714500"/>
            <a:chOff x="0" y="0"/>
            <a:chExt cx="18288000" cy="45444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C683701-CBB2-79DC-39BD-AB01158DC67B}"/>
                </a:ext>
              </a:extLst>
            </p:cNvPr>
            <p:cNvGrpSpPr/>
            <p:nvPr/>
          </p:nvGrpSpPr>
          <p:grpSpPr>
            <a:xfrm>
              <a:off x="0" y="0"/>
              <a:ext cx="18288000" cy="4544475"/>
              <a:chOff x="0" y="0"/>
              <a:chExt cx="4816593" cy="1196899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A4C5B896-97AB-C3D5-4970-515E975ED64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19689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19689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196899"/>
                    </a:lnTo>
                    <a:lnTo>
                      <a:pt x="0" y="1196899"/>
                    </a:lnTo>
                    <a:close/>
                  </a:path>
                </a:pathLst>
              </a:custGeom>
              <a:solidFill>
                <a:srgbClr val="071C42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CD21EA0B-A643-C2F0-BD82-AE10F26389C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816593" cy="1254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900"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01617CF8-C500-63B5-D46B-0EA9594DE268}"/>
                </a:ext>
              </a:extLst>
            </p:cNvPr>
            <p:cNvGrpSpPr/>
            <p:nvPr/>
          </p:nvGrpSpPr>
          <p:grpSpPr>
            <a:xfrm>
              <a:off x="0" y="3983997"/>
              <a:ext cx="9144000" cy="560482"/>
              <a:chOff x="0" y="-57150"/>
              <a:chExt cx="2408296" cy="147617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60E026CB-A973-0BC2-D5C3-A70EAE8C2E08}"/>
                  </a:ext>
                </a:extLst>
              </p:cNvPr>
              <p:cNvSpPr/>
              <p:nvPr/>
            </p:nvSpPr>
            <p:spPr>
              <a:xfrm>
                <a:off x="0" y="1"/>
                <a:ext cx="2408296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90466">
                    <a:moveTo>
                      <a:pt x="0" y="0"/>
                    </a:moveTo>
                    <a:lnTo>
                      <a:pt x="2408296" y="0"/>
                    </a:lnTo>
                    <a:lnTo>
                      <a:pt x="2408296" y="90466"/>
                    </a:lnTo>
                    <a:lnTo>
                      <a:pt x="0" y="90466"/>
                    </a:lnTo>
                    <a:close/>
                  </a:path>
                </a:pathLst>
              </a:custGeom>
              <a:solidFill>
                <a:srgbClr val="4DE1C7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F8250C09-06D1-2038-551B-DA6B3F8C7B7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408296" cy="147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sz="900"/>
              </a:p>
            </p:txBody>
          </p:sp>
        </p:grpSp>
      </p:grpSp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0851A0-56E3-8E7C-5FF4-50DC25827F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8622592"/>
            <a:ext cx="1915886" cy="191174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97646"/>
            <a:ext cx="17068800" cy="914400"/>
          </a:xfrm>
        </p:spPr>
        <p:txBody>
          <a:bodyPr>
            <a:normAutofit/>
          </a:bodyPr>
          <a:lstStyle>
            <a:lvl1pPr>
              <a:defRPr sz="4800" b="1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7E1B-4CCE-2039-BC5A-CFCD140F553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 err="1"/>
              <a:t>UxV</a:t>
            </a:r>
            <a:r>
              <a:rPr lang="en-US" dirty="0"/>
              <a:t> Topic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5E27BE-3A68-5FA8-100A-84CA569821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3200043"/>
            <a:ext cx="17068800" cy="6363058"/>
          </a:xfrm>
        </p:spPr>
        <p:txBody>
          <a:bodyPr>
            <a:normAutofit/>
          </a:bodyPr>
          <a:lstStyle>
            <a:lvl1pPr>
              <a:defRPr sz="4800" b="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그림 3" descr="교통, 드론, 항공기, 무선 조종 완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0C54A3E-5802-2237-A7CE-F0AA8968104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9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  <a14:imgEffect>
                      <a14:saturation sat="8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207" y="177895"/>
            <a:ext cx="2768794" cy="138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5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5_Title and Contents UxV">
    <p:bg>
      <p:bgPr>
        <a:solidFill>
          <a:srgbClr val="071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6D54F98-04A0-E63E-45C4-FB235B40AD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l="35855" t="30674" b="27868"/>
          <a:stretch/>
        </p:blipFill>
        <p:spPr>
          <a:xfrm>
            <a:off x="0" y="5143500"/>
            <a:ext cx="9330072" cy="5143500"/>
          </a:xfrm>
          <a:prstGeom prst="rect">
            <a:avLst/>
          </a:prstGeom>
        </p:spPr>
      </p:pic>
      <p:pic>
        <p:nvPicPr>
          <p:cNvPr id="20" name="그림 13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AAD0D7B-DDAA-9B78-D5E1-B41C270816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25000"/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02" b="23993"/>
          <a:stretch/>
        </p:blipFill>
        <p:spPr>
          <a:xfrm>
            <a:off x="152400" y="8870700"/>
            <a:ext cx="1936024" cy="1197828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그림 3" descr="교통, 드론, 항공기, 무선 조종 완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F8354A1-7B96-C543-902F-C06F06D35DB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9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8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207" y="177895"/>
            <a:ext cx="2768794" cy="13843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 err="1"/>
              <a:t>UxV</a:t>
            </a:r>
            <a:r>
              <a:rPr lang="en-US" dirty="0"/>
              <a:t>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48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7E1B-4CCE-2039-BC5A-CFCD140F553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pic>
        <p:nvPicPr>
          <p:cNvPr id="4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C405A4-E9A1-70BF-D553-A9127FC06B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5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228" y="4914900"/>
            <a:ext cx="5259144" cy="52197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41F5C77-DBC0-CC01-BB22-B055D829BCD2}"/>
              </a:ext>
            </a:extLst>
          </p:cNvPr>
          <p:cNvGrpSpPr/>
          <p:nvPr userDrawn="1"/>
        </p:nvGrpSpPr>
        <p:grpSpPr>
          <a:xfrm rot="5400000">
            <a:off x="-1947529" y="1947530"/>
            <a:ext cx="4238546" cy="343488"/>
            <a:chOff x="0" y="0"/>
            <a:chExt cx="1116325" cy="90466"/>
          </a:xfrm>
        </p:grpSpPr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1C8B42F3-1FA2-1886-BBC0-D8318AC0EAC3}"/>
                </a:ext>
              </a:extLst>
            </p:cNvPr>
            <p:cNvSpPr/>
            <p:nvPr/>
          </p:nvSpPr>
          <p:spPr>
            <a:xfrm>
              <a:off x="0" y="0"/>
              <a:ext cx="1116324" cy="90466"/>
            </a:xfrm>
            <a:custGeom>
              <a:avLst/>
              <a:gdLst/>
              <a:ahLst/>
              <a:cxnLst/>
              <a:rect l="l" t="t" r="r" b="b"/>
              <a:pathLst>
                <a:path w="1116324" h="90466">
                  <a:moveTo>
                    <a:pt x="0" y="0"/>
                  </a:moveTo>
                  <a:lnTo>
                    <a:pt x="1116324" y="0"/>
                  </a:lnTo>
                  <a:lnTo>
                    <a:pt x="1116324" y="90466"/>
                  </a:lnTo>
                  <a:lnTo>
                    <a:pt x="0" y="90466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D8D3F2-F888-CB0F-1692-02AC2014600A}"/>
                </a:ext>
              </a:extLst>
            </p:cNvPr>
            <p:cNvSpPr txBox="1"/>
            <p:nvPr/>
          </p:nvSpPr>
          <p:spPr>
            <a:xfrm>
              <a:off x="0" y="-57150"/>
              <a:ext cx="1116325" cy="14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sz="900"/>
            </a:p>
          </p:txBody>
        </p:sp>
      </p:grpSp>
    </p:spTree>
    <p:extLst>
      <p:ext uri="{BB962C8B-B14F-4D97-AF65-F5344CB8AC3E}">
        <p14:creationId xmlns:p14="http://schemas.microsoft.com/office/powerpoint/2010/main" val="15693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Contents and R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CAF272A-1E4E-D365-185B-12B0729B72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2991" r="33365"/>
          <a:stretch/>
        </p:blipFill>
        <p:spPr>
          <a:xfrm>
            <a:off x="5949335" y="-1"/>
            <a:ext cx="12338666" cy="9335758"/>
          </a:xfrm>
          <a:prstGeom prst="rect">
            <a:avLst/>
          </a:prstGeom>
        </p:spPr>
      </p:pic>
      <p:pic>
        <p:nvPicPr>
          <p:cNvPr id="4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C405A4-E9A1-70BF-D553-A9127FC06B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228" y="4914900"/>
            <a:ext cx="5259144" cy="52197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D63652A-8C16-2162-8AAC-4B364E0CA25C}"/>
              </a:ext>
            </a:extLst>
          </p:cNvPr>
          <p:cNvGrpSpPr/>
          <p:nvPr userDrawn="1"/>
        </p:nvGrpSpPr>
        <p:grpSpPr>
          <a:xfrm>
            <a:off x="0" y="0"/>
            <a:ext cx="18305016" cy="1714500"/>
            <a:chOff x="0" y="0"/>
            <a:chExt cx="18288000" cy="45444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C683701-CBB2-79DC-39BD-AB01158DC67B}"/>
                </a:ext>
              </a:extLst>
            </p:cNvPr>
            <p:cNvGrpSpPr/>
            <p:nvPr/>
          </p:nvGrpSpPr>
          <p:grpSpPr>
            <a:xfrm>
              <a:off x="0" y="0"/>
              <a:ext cx="18288000" cy="4544475"/>
              <a:chOff x="0" y="0"/>
              <a:chExt cx="4816593" cy="1196899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A4C5B896-97AB-C3D5-4970-515E975ED64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19689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19689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196899"/>
                    </a:lnTo>
                    <a:lnTo>
                      <a:pt x="0" y="1196899"/>
                    </a:lnTo>
                    <a:close/>
                  </a:path>
                </a:pathLst>
              </a:custGeom>
              <a:solidFill>
                <a:srgbClr val="071C42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CD21EA0B-A643-C2F0-BD82-AE10F26389C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816593" cy="1254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900"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01617CF8-C500-63B5-D46B-0EA9594DE268}"/>
                </a:ext>
              </a:extLst>
            </p:cNvPr>
            <p:cNvGrpSpPr/>
            <p:nvPr/>
          </p:nvGrpSpPr>
          <p:grpSpPr>
            <a:xfrm>
              <a:off x="0" y="3983997"/>
              <a:ext cx="9144000" cy="560482"/>
              <a:chOff x="0" y="-57150"/>
              <a:chExt cx="2408296" cy="147617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60E026CB-A973-0BC2-D5C3-A70EAE8C2E08}"/>
                  </a:ext>
                </a:extLst>
              </p:cNvPr>
              <p:cNvSpPr/>
              <p:nvPr/>
            </p:nvSpPr>
            <p:spPr>
              <a:xfrm>
                <a:off x="0" y="1"/>
                <a:ext cx="2408296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90466">
                    <a:moveTo>
                      <a:pt x="0" y="0"/>
                    </a:moveTo>
                    <a:lnTo>
                      <a:pt x="2408296" y="0"/>
                    </a:lnTo>
                    <a:lnTo>
                      <a:pt x="2408296" y="90466"/>
                    </a:lnTo>
                    <a:lnTo>
                      <a:pt x="0" y="90466"/>
                    </a:lnTo>
                    <a:close/>
                  </a:path>
                </a:pathLst>
              </a:custGeom>
              <a:solidFill>
                <a:srgbClr val="4DE1C7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F8250C09-06D1-2038-551B-DA6B3F8C7B7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408296" cy="147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sz="900"/>
              </a:p>
            </p:txBody>
          </p:sp>
        </p:grpSp>
      </p:grpSp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0851A0-56E3-8E7C-5FF4-50DC25827F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8622592"/>
            <a:ext cx="1915886" cy="191174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447800" y="8804090"/>
            <a:ext cx="15392400" cy="914400"/>
          </a:xfrm>
          <a:solidFill>
            <a:schemeClr val="bg1">
              <a:alpha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 b="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Ref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7E1B-4CCE-2039-BC5A-CFCD140F553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 err="1"/>
              <a:t>UxV</a:t>
            </a:r>
            <a:r>
              <a:rPr lang="en-US" dirty="0"/>
              <a:t> Topic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5E27BE-3A68-5FA8-100A-84CA569821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2016337"/>
            <a:ext cx="17068800" cy="6363058"/>
          </a:xfrm>
        </p:spPr>
        <p:txBody>
          <a:bodyPr>
            <a:normAutofit/>
          </a:bodyPr>
          <a:lstStyle>
            <a:lvl1pPr>
              <a:defRPr sz="4800" b="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그림 3" descr="교통, 드론, 항공기, 무선 조종 완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A95E23-2744-AAC6-70E0-F68D7F760DC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9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  <a14:imgEffect>
                      <a14:saturation sat="8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207" y="177895"/>
            <a:ext cx="2768794" cy="138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1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D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CAF272A-1E4E-D365-185B-12B0729B72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2991" r="33365"/>
          <a:stretch/>
        </p:blipFill>
        <p:spPr>
          <a:xfrm>
            <a:off x="5949335" y="-1"/>
            <a:ext cx="12338666" cy="9335758"/>
          </a:xfrm>
          <a:prstGeom prst="rect">
            <a:avLst/>
          </a:prstGeom>
        </p:spPr>
      </p:pic>
      <p:pic>
        <p:nvPicPr>
          <p:cNvPr id="4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C405A4-E9A1-70BF-D553-A9127FC06B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228" y="4914900"/>
            <a:ext cx="5259144" cy="52197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D63652A-8C16-2162-8AAC-4B364E0CA25C}"/>
              </a:ext>
            </a:extLst>
          </p:cNvPr>
          <p:cNvGrpSpPr/>
          <p:nvPr userDrawn="1"/>
        </p:nvGrpSpPr>
        <p:grpSpPr>
          <a:xfrm>
            <a:off x="0" y="0"/>
            <a:ext cx="18305016" cy="1714500"/>
            <a:chOff x="0" y="0"/>
            <a:chExt cx="18288000" cy="45444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C683701-CBB2-79DC-39BD-AB01158DC67B}"/>
                </a:ext>
              </a:extLst>
            </p:cNvPr>
            <p:cNvGrpSpPr/>
            <p:nvPr/>
          </p:nvGrpSpPr>
          <p:grpSpPr>
            <a:xfrm>
              <a:off x="0" y="0"/>
              <a:ext cx="18288000" cy="4544475"/>
              <a:chOff x="0" y="0"/>
              <a:chExt cx="4816593" cy="1196899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A4C5B896-97AB-C3D5-4970-515E975ED64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19689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19689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196899"/>
                    </a:lnTo>
                    <a:lnTo>
                      <a:pt x="0" y="1196899"/>
                    </a:lnTo>
                    <a:close/>
                  </a:path>
                </a:pathLst>
              </a:custGeom>
              <a:solidFill>
                <a:srgbClr val="071C42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CD21EA0B-A643-C2F0-BD82-AE10F26389C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816593" cy="1254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900"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01617CF8-C500-63B5-D46B-0EA9594DE268}"/>
                </a:ext>
              </a:extLst>
            </p:cNvPr>
            <p:cNvGrpSpPr/>
            <p:nvPr/>
          </p:nvGrpSpPr>
          <p:grpSpPr>
            <a:xfrm>
              <a:off x="0" y="3983997"/>
              <a:ext cx="9144000" cy="560482"/>
              <a:chOff x="0" y="-57150"/>
              <a:chExt cx="2408296" cy="147617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60E026CB-A973-0BC2-D5C3-A70EAE8C2E08}"/>
                  </a:ext>
                </a:extLst>
              </p:cNvPr>
              <p:cNvSpPr/>
              <p:nvPr/>
            </p:nvSpPr>
            <p:spPr>
              <a:xfrm>
                <a:off x="0" y="1"/>
                <a:ext cx="2408296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90466">
                    <a:moveTo>
                      <a:pt x="0" y="0"/>
                    </a:moveTo>
                    <a:lnTo>
                      <a:pt x="2408296" y="0"/>
                    </a:lnTo>
                    <a:lnTo>
                      <a:pt x="2408296" y="90466"/>
                    </a:lnTo>
                    <a:lnTo>
                      <a:pt x="0" y="90466"/>
                    </a:lnTo>
                    <a:close/>
                  </a:path>
                </a:pathLst>
              </a:custGeom>
              <a:solidFill>
                <a:srgbClr val="4DE1C7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F8250C09-06D1-2038-551B-DA6B3F8C7B7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408296" cy="147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sz="900"/>
              </a:p>
            </p:txBody>
          </p:sp>
        </p:grpSp>
      </p:grpSp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0851A0-56E3-8E7C-5FF4-50DC25827F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8622592"/>
            <a:ext cx="1915886" cy="191174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48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7E1B-4CCE-2039-BC5A-CFCD140F553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Deep Learning Topic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7B82902-694F-E172-FA5A-02B88D1A78A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70000" contrast="-70000"/>
            <a:alphaModFix amt="85000"/>
          </a:blip>
          <a:stretch>
            <a:fillRect/>
          </a:stretch>
        </p:blipFill>
        <p:spPr>
          <a:xfrm>
            <a:off x="16459200" y="107262"/>
            <a:ext cx="1499972" cy="14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0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Subtitle D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CAF272A-1E4E-D365-185B-12B0729B72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2991" r="33365"/>
          <a:stretch/>
        </p:blipFill>
        <p:spPr>
          <a:xfrm>
            <a:off x="5949335" y="-1"/>
            <a:ext cx="12338666" cy="9335758"/>
          </a:xfrm>
          <a:prstGeom prst="rect">
            <a:avLst/>
          </a:prstGeom>
        </p:spPr>
      </p:pic>
      <p:pic>
        <p:nvPicPr>
          <p:cNvPr id="4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C405A4-E9A1-70BF-D553-A9127FC06B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228" y="4914900"/>
            <a:ext cx="5259144" cy="52197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D63652A-8C16-2162-8AAC-4B364E0CA25C}"/>
              </a:ext>
            </a:extLst>
          </p:cNvPr>
          <p:cNvGrpSpPr/>
          <p:nvPr userDrawn="1"/>
        </p:nvGrpSpPr>
        <p:grpSpPr>
          <a:xfrm>
            <a:off x="0" y="0"/>
            <a:ext cx="18305016" cy="1714500"/>
            <a:chOff x="0" y="0"/>
            <a:chExt cx="18288000" cy="45444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C683701-CBB2-79DC-39BD-AB01158DC67B}"/>
                </a:ext>
              </a:extLst>
            </p:cNvPr>
            <p:cNvGrpSpPr/>
            <p:nvPr/>
          </p:nvGrpSpPr>
          <p:grpSpPr>
            <a:xfrm>
              <a:off x="0" y="0"/>
              <a:ext cx="18288000" cy="4544475"/>
              <a:chOff x="0" y="0"/>
              <a:chExt cx="4816593" cy="1196899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A4C5B896-97AB-C3D5-4970-515E975ED64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19689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19689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196899"/>
                    </a:lnTo>
                    <a:lnTo>
                      <a:pt x="0" y="1196899"/>
                    </a:lnTo>
                    <a:close/>
                  </a:path>
                </a:pathLst>
              </a:custGeom>
              <a:solidFill>
                <a:srgbClr val="071C42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CD21EA0B-A643-C2F0-BD82-AE10F26389C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816593" cy="1254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900"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01617CF8-C500-63B5-D46B-0EA9594DE268}"/>
                </a:ext>
              </a:extLst>
            </p:cNvPr>
            <p:cNvGrpSpPr/>
            <p:nvPr/>
          </p:nvGrpSpPr>
          <p:grpSpPr>
            <a:xfrm>
              <a:off x="0" y="3983997"/>
              <a:ext cx="9144000" cy="560482"/>
              <a:chOff x="0" y="-57150"/>
              <a:chExt cx="2408296" cy="147617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60E026CB-A973-0BC2-D5C3-A70EAE8C2E08}"/>
                  </a:ext>
                </a:extLst>
              </p:cNvPr>
              <p:cNvSpPr/>
              <p:nvPr/>
            </p:nvSpPr>
            <p:spPr>
              <a:xfrm>
                <a:off x="0" y="1"/>
                <a:ext cx="2408296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90466">
                    <a:moveTo>
                      <a:pt x="0" y="0"/>
                    </a:moveTo>
                    <a:lnTo>
                      <a:pt x="2408296" y="0"/>
                    </a:lnTo>
                    <a:lnTo>
                      <a:pt x="2408296" y="90466"/>
                    </a:lnTo>
                    <a:lnTo>
                      <a:pt x="0" y="90466"/>
                    </a:lnTo>
                    <a:close/>
                  </a:path>
                </a:pathLst>
              </a:custGeom>
              <a:solidFill>
                <a:srgbClr val="4DE1C7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F8250C09-06D1-2038-551B-DA6B3F8C7B7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408296" cy="147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sz="900"/>
              </a:p>
            </p:txBody>
          </p:sp>
        </p:grpSp>
      </p:grpSp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0851A0-56E3-8E7C-5FF4-50DC25827F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8622592"/>
            <a:ext cx="1915886" cy="191174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97646"/>
            <a:ext cx="17068800" cy="914400"/>
          </a:xfrm>
        </p:spPr>
        <p:txBody>
          <a:bodyPr>
            <a:normAutofit/>
          </a:bodyPr>
          <a:lstStyle>
            <a:lvl1pPr>
              <a:defRPr sz="4800" b="1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7E1B-4CCE-2039-BC5A-CFCD140F553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Deep Learning Topic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5E27BE-3A68-5FA8-100A-84CA569821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3200043"/>
            <a:ext cx="17068800" cy="6363058"/>
          </a:xfrm>
        </p:spPr>
        <p:txBody>
          <a:bodyPr>
            <a:normAutofit/>
          </a:bodyPr>
          <a:lstStyle>
            <a:lvl1pPr>
              <a:defRPr sz="4800" b="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4B19D5-10F6-9ED9-C764-B7836A3678F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70000" contrast="-70000"/>
            <a:alphaModFix amt="85000"/>
          </a:blip>
          <a:stretch>
            <a:fillRect/>
          </a:stretch>
        </p:blipFill>
        <p:spPr>
          <a:xfrm>
            <a:off x="16459200" y="107262"/>
            <a:ext cx="1499972" cy="14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5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Rob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CAF272A-1E4E-D365-185B-12B0729B72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2991" r="33365"/>
          <a:stretch/>
        </p:blipFill>
        <p:spPr>
          <a:xfrm>
            <a:off x="5949335" y="-1"/>
            <a:ext cx="12338666" cy="9335758"/>
          </a:xfrm>
          <a:prstGeom prst="rect">
            <a:avLst/>
          </a:prstGeom>
        </p:spPr>
      </p:pic>
      <p:pic>
        <p:nvPicPr>
          <p:cNvPr id="4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C405A4-E9A1-70BF-D553-A9127FC06B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228" y="4914900"/>
            <a:ext cx="5259144" cy="52197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D63652A-8C16-2162-8AAC-4B364E0CA25C}"/>
              </a:ext>
            </a:extLst>
          </p:cNvPr>
          <p:cNvGrpSpPr/>
          <p:nvPr userDrawn="1"/>
        </p:nvGrpSpPr>
        <p:grpSpPr>
          <a:xfrm>
            <a:off x="0" y="0"/>
            <a:ext cx="18305016" cy="1714500"/>
            <a:chOff x="0" y="0"/>
            <a:chExt cx="18288000" cy="45444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C683701-CBB2-79DC-39BD-AB01158DC67B}"/>
                </a:ext>
              </a:extLst>
            </p:cNvPr>
            <p:cNvGrpSpPr/>
            <p:nvPr/>
          </p:nvGrpSpPr>
          <p:grpSpPr>
            <a:xfrm>
              <a:off x="0" y="0"/>
              <a:ext cx="18288000" cy="4544475"/>
              <a:chOff x="0" y="0"/>
              <a:chExt cx="4816593" cy="1196899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A4C5B896-97AB-C3D5-4970-515E975ED64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19689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19689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196899"/>
                    </a:lnTo>
                    <a:lnTo>
                      <a:pt x="0" y="1196899"/>
                    </a:lnTo>
                    <a:close/>
                  </a:path>
                </a:pathLst>
              </a:custGeom>
              <a:solidFill>
                <a:srgbClr val="071C42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CD21EA0B-A643-C2F0-BD82-AE10F26389C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816593" cy="1254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900"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01617CF8-C500-63B5-D46B-0EA9594DE268}"/>
                </a:ext>
              </a:extLst>
            </p:cNvPr>
            <p:cNvGrpSpPr/>
            <p:nvPr/>
          </p:nvGrpSpPr>
          <p:grpSpPr>
            <a:xfrm>
              <a:off x="0" y="3983997"/>
              <a:ext cx="9144000" cy="560482"/>
              <a:chOff x="0" y="-57150"/>
              <a:chExt cx="2408296" cy="147617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60E026CB-A973-0BC2-D5C3-A70EAE8C2E08}"/>
                  </a:ext>
                </a:extLst>
              </p:cNvPr>
              <p:cNvSpPr/>
              <p:nvPr/>
            </p:nvSpPr>
            <p:spPr>
              <a:xfrm>
                <a:off x="0" y="1"/>
                <a:ext cx="2408296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90466">
                    <a:moveTo>
                      <a:pt x="0" y="0"/>
                    </a:moveTo>
                    <a:lnTo>
                      <a:pt x="2408296" y="0"/>
                    </a:lnTo>
                    <a:lnTo>
                      <a:pt x="2408296" y="90466"/>
                    </a:lnTo>
                    <a:lnTo>
                      <a:pt x="0" y="90466"/>
                    </a:lnTo>
                    <a:close/>
                  </a:path>
                </a:pathLst>
              </a:custGeom>
              <a:solidFill>
                <a:srgbClr val="4DE1C7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F8250C09-06D1-2038-551B-DA6B3F8C7B7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408296" cy="147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sz="900"/>
              </a:p>
            </p:txBody>
          </p:sp>
        </p:grpSp>
      </p:grpSp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0851A0-56E3-8E7C-5FF4-50DC25827F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8622592"/>
            <a:ext cx="1915886" cy="191174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48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7E1B-4CCE-2039-BC5A-CFCD140F553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Robot Topic</a:t>
            </a:r>
          </a:p>
        </p:txBody>
      </p:sp>
      <p:pic>
        <p:nvPicPr>
          <p:cNvPr id="5" name="그림 10" descr="장난감, 바퀴, 축적 모형, 무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8DEACD6-61C9-FE97-2B1A-151C785B496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lum bright="70000" contrast="-70000"/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833383" y="117300"/>
            <a:ext cx="2454618" cy="15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99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Subtitle Rob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CAF272A-1E4E-D365-185B-12B0729B72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t="32991" r="33365"/>
          <a:stretch/>
        </p:blipFill>
        <p:spPr>
          <a:xfrm>
            <a:off x="5949335" y="-1"/>
            <a:ext cx="12338666" cy="9335758"/>
          </a:xfrm>
          <a:prstGeom prst="rect">
            <a:avLst/>
          </a:prstGeom>
        </p:spPr>
      </p:pic>
      <p:pic>
        <p:nvPicPr>
          <p:cNvPr id="4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C405A4-E9A1-70BF-D553-A9127FC06B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228" y="4914900"/>
            <a:ext cx="5259144" cy="52197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D63652A-8C16-2162-8AAC-4B364E0CA25C}"/>
              </a:ext>
            </a:extLst>
          </p:cNvPr>
          <p:cNvGrpSpPr/>
          <p:nvPr userDrawn="1"/>
        </p:nvGrpSpPr>
        <p:grpSpPr>
          <a:xfrm>
            <a:off x="0" y="0"/>
            <a:ext cx="18305016" cy="1714500"/>
            <a:chOff x="0" y="0"/>
            <a:chExt cx="18288000" cy="45444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C683701-CBB2-79DC-39BD-AB01158DC67B}"/>
                </a:ext>
              </a:extLst>
            </p:cNvPr>
            <p:cNvGrpSpPr/>
            <p:nvPr/>
          </p:nvGrpSpPr>
          <p:grpSpPr>
            <a:xfrm>
              <a:off x="0" y="0"/>
              <a:ext cx="18288000" cy="4544475"/>
              <a:chOff x="0" y="0"/>
              <a:chExt cx="4816593" cy="1196899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A4C5B896-97AB-C3D5-4970-515E975ED64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19689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19689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196899"/>
                    </a:lnTo>
                    <a:lnTo>
                      <a:pt x="0" y="1196899"/>
                    </a:lnTo>
                    <a:close/>
                  </a:path>
                </a:pathLst>
              </a:custGeom>
              <a:solidFill>
                <a:srgbClr val="071C42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CD21EA0B-A643-C2F0-BD82-AE10F26389C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816593" cy="1254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900"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01617CF8-C500-63B5-D46B-0EA9594DE268}"/>
                </a:ext>
              </a:extLst>
            </p:cNvPr>
            <p:cNvGrpSpPr/>
            <p:nvPr/>
          </p:nvGrpSpPr>
          <p:grpSpPr>
            <a:xfrm>
              <a:off x="0" y="3983997"/>
              <a:ext cx="9144000" cy="560482"/>
              <a:chOff x="0" y="-57150"/>
              <a:chExt cx="2408296" cy="147617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60E026CB-A973-0BC2-D5C3-A70EAE8C2E08}"/>
                  </a:ext>
                </a:extLst>
              </p:cNvPr>
              <p:cNvSpPr/>
              <p:nvPr/>
            </p:nvSpPr>
            <p:spPr>
              <a:xfrm>
                <a:off x="0" y="1"/>
                <a:ext cx="2408296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90466">
                    <a:moveTo>
                      <a:pt x="0" y="0"/>
                    </a:moveTo>
                    <a:lnTo>
                      <a:pt x="2408296" y="0"/>
                    </a:lnTo>
                    <a:lnTo>
                      <a:pt x="2408296" y="90466"/>
                    </a:lnTo>
                    <a:lnTo>
                      <a:pt x="0" y="90466"/>
                    </a:lnTo>
                    <a:close/>
                  </a:path>
                </a:pathLst>
              </a:custGeom>
              <a:solidFill>
                <a:srgbClr val="4DE1C7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F8250C09-06D1-2038-551B-DA6B3F8C7B7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408296" cy="147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sz="900"/>
              </a:p>
            </p:txBody>
          </p:sp>
        </p:grpSp>
      </p:grpSp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0851A0-56E3-8E7C-5FF4-50DC25827F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8622592"/>
            <a:ext cx="1915886" cy="191174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97646"/>
            <a:ext cx="17068800" cy="914400"/>
          </a:xfrm>
        </p:spPr>
        <p:txBody>
          <a:bodyPr>
            <a:normAutofit/>
          </a:bodyPr>
          <a:lstStyle>
            <a:lvl1pPr>
              <a:defRPr sz="4800" b="1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7E1B-4CCE-2039-BC5A-CFCD140F553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Robot Topic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5E27BE-3A68-5FA8-100A-84CA569821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3200043"/>
            <a:ext cx="17068800" cy="6363058"/>
          </a:xfrm>
        </p:spPr>
        <p:txBody>
          <a:bodyPr>
            <a:normAutofit/>
          </a:bodyPr>
          <a:lstStyle>
            <a:lvl1pPr>
              <a:defRPr sz="4800" b="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그림 10" descr="장난감, 바퀴, 축적 모형, 무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F73D479-A0BA-92CD-8E99-2CBDD9BF816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lum bright="70000" contrast="-70000"/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833383" y="117300"/>
            <a:ext cx="2454618" cy="15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815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>
            <a:extLst>
              <a:ext uri="{FF2B5EF4-FFF2-40B4-BE49-F238E27FC236}">
                <a16:creationId xmlns:a16="http://schemas.microsoft.com/office/drawing/2014/main" id="{08398379-3369-3C5B-0075-0CDD8E394B76}"/>
              </a:ext>
            </a:extLst>
          </p:cNvPr>
          <p:cNvSpPr/>
          <p:nvPr userDrawn="1"/>
        </p:nvSpPr>
        <p:spPr>
          <a:xfrm>
            <a:off x="1028700" y="601418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900"/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E45E6FE6-D707-23BF-2059-03AD12C5AA0D}"/>
              </a:ext>
            </a:extLst>
          </p:cNvPr>
          <p:cNvGrpSpPr/>
          <p:nvPr userDrawn="1"/>
        </p:nvGrpSpPr>
        <p:grpSpPr>
          <a:xfrm>
            <a:off x="0" y="0"/>
            <a:ext cx="7352672" cy="10287000"/>
            <a:chOff x="0" y="0"/>
            <a:chExt cx="1936506" cy="2709333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59DA4432-B2E5-D8EE-7C42-932614C265DD}"/>
                </a:ext>
              </a:extLst>
            </p:cNvPr>
            <p:cNvSpPr/>
            <p:nvPr/>
          </p:nvSpPr>
          <p:spPr>
            <a:xfrm>
              <a:off x="0" y="0"/>
              <a:ext cx="1936506" cy="2709333"/>
            </a:xfrm>
            <a:custGeom>
              <a:avLst/>
              <a:gdLst/>
              <a:ahLst/>
              <a:cxnLst/>
              <a:rect l="l" t="t" r="r" b="b"/>
              <a:pathLst>
                <a:path w="1936506" h="2709333">
                  <a:moveTo>
                    <a:pt x="0" y="0"/>
                  </a:moveTo>
                  <a:lnTo>
                    <a:pt x="1936506" y="0"/>
                  </a:lnTo>
                  <a:lnTo>
                    <a:pt x="19365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71C42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65C88E47-BE0F-18B0-226F-1F249D844D80}"/>
                </a:ext>
              </a:extLst>
            </p:cNvPr>
            <p:cNvSpPr txBox="1"/>
            <p:nvPr/>
          </p:nvSpPr>
          <p:spPr>
            <a:xfrm>
              <a:off x="0" y="-57150"/>
              <a:ext cx="1936506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D3D10D11-A6B5-D25A-17E5-076F35226A57}"/>
              </a:ext>
            </a:extLst>
          </p:cNvPr>
          <p:cNvGrpSpPr/>
          <p:nvPr userDrawn="1"/>
        </p:nvGrpSpPr>
        <p:grpSpPr>
          <a:xfrm>
            <a:off x="0" y="0"/>
            <a:ext cx="4506284" cy="343488"/>
            <a:chOff x="0" y="0"/>
            <a:chExt cx="1186840" cy="90466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BDEC87EB-4A67-0A2B-77F5-F1A02A545234}"/>
                </a:ext>
              </a:extLst>
            </p:cNvPr>
            <p:cNvSpPr/>
            <p:nvPr/>
          </p:nvSpPr>
          <p:spPr>
            <a:xfrm>
              <a:off x="0" y="0"/>
              <a:ext cx="1186840" cy="90466"/>
            </a:xfrm>
            <a:custGeom>
              <a:avLst/>
              <a:gdLst/>
              <a:ahLst/>
              <a:cxnLst/>
              <a:rect l="l" t="t" r="r" b="b"/>
              <a:pathLst>
                <a:path w="1186840" h="90466">
                  <a:moveTo>
                    <a:pt x="0" y="0"/>
                  </a:moveTo>
                  <a:lnTo>
                    <a:pt x="1186840" y="0"/>
                  </a:lnTo>
                  <a:lnTo>
                    <a:pt x="1186840" y="90466"/>
                  </a:lnTo>
                  <a:lnTo>
                    <a:pt x="0" y="90466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A089A90A-52E4-F64B-CBC2-B3DF17671ED3}"/>
                </a:ext>
              </a:extLst>
            </p:cNvPr>
            <p:cNvSpPr txBox="1"/>
            <p:nvPr/>
          </p:nvSpPr>
          <p:spPr>
            <a:xfrm>
              <a:off x="0" y="-57150"/>
              <a:ext cx="1186840" cy="14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sz="900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7EA9DA18-6BA2-71A8-6970-8C151F4466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1870" t="37750" b="38000"/>
          <a:stretch/>
        </p:blipFill>
        <p:spPr>
          <a:xfrm>
            <a:off x="0" y="7281904"/>
            <a:ext cx="5527236" cy="2997136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AB0ECBEF-569E-0673-F159-2D3CE4A0C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1" y="1129902"/>
            <a:ext cx="5184138" cy="904876"/>
          </a:xfrm>
        </p:spPr>
        <p:txBody>
          <a:bodyPr>
            <a:noAutofit/>
          </a:bodyPr>
          <a:lstStyle>
            <a:lvl1pPr algn="l">
              <a:defRPr sz="6000" b="1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1" name="Text Placeholder 49">
            <a:extLst>
              <a:ext uri="{FF2B5EF4-FFF2-40B4-BE49-F238E27FC236}">
                <a16:creationId xmlns:a16="http://schemas.microsoft.com/office/drawing/2014/main" id="{94D360F1-9A66-7EE2-2B46-365615419C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8701" y="2646955"/>
            <a:ext cx="5184138" cy="5773146"/>
          </a:xfrm>
        </p:spPr>
        <p:txBody>
          <a:bodyPr anchor="t">
            <a:normAutofit/>
          </a:bodyPr>
          <a:lstStyle>
            <a:lvl1pPr marL="0" indent="0" algn="l">
              <a:buNone/>
              <a:defRPr sz="2400" b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CF9AB5F3-27F0-82A8-4BE5-87A76D5E5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B38A407-67BB-A40B-9D03-048DC88E19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236405"/>
            <a:ext cx="2260600" cy="225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33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and image 2">
    <p:bg>
      <p:bgPr>
        <a:solidFill>
          <a:srgbClr val="071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8">
            <a:extLst>
              <a:ext uri="{FF2B5EF4-FFF2-40B4-BE49-F238E27FC236}">
                <a16:creationId xmlns:a16="http://schemas.microsoft.com/office/drawing/2014/main" id="{5728B22A-A375-FF24-04C6-3E2DAF107E0F}"/>
              </a:ext>
            </a:extLst>
          </p:cNvPr>
          <p:cNvSpPr/>
          <p:nvPr userDrawn="1"/>
        </p:nvSpPr>
        <p:spPr>
          <a:xfrm>
            <a:off x="1028700" y="601418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900"/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C8AF2282-1AFB-0B50-F88B-E93F3307133D}"/>
              </a:ext>
            </a:extLst>
          </p:cNvPr>
          <p:cNvGrpSpPr/>
          <p:nvPr userDrawn="1"/>
        </p:nvGrpSpPr>
        <p:grpSpPr>
          <a:xfrm rot="5400000">
            <a:off x="-1947529" y="1947530"/>
            <a:ext cx="4238546" cy="343488"/>
            <a:chOff x="0" y="0"/>
            <a:chExt cx="1116325" cy="90466"/>
          </a:xfrm>
        </p:grpSpPr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27B8EF5-581D-A1D6-ACF6-96CB01CE81BB}"/>
                </a:ext>
              </a:extLst>
            </p:cNvPr>
            <p:cNvSpPr/>
            <p:nvPr/>
          </p:nvSpPr>
          <p:spPr>
            <a:xfrm>
              <a:off x="0" y="0"/>
              <a:ext cx="1116324" cy="90466"/>
            </a:xfrm>
            <a:custGeom>
              <a:avLst/>
              <a:gdLst/>
              <a:ahLst/>
              <a:cxnLst/>
              <a:rect l="l" t="t" r="r" b="b"/>
              <a:pathLst>
                <a:path w="1116324" h="90466">
                  <a:moveTo>
                    <a:pt x="0" y="0"/>
                  </a:moveTo>
                  <a:lnTo>
                    <a:pt x="1116324" y="0"/>
                  </a:lnTo>
                  <a:lnTo>
                    <a:pt x="1116324" y="90466"/>
                  </a:lnTo>
                  <a:lnTo>
                    <a:pt x="0" y="90466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FC6CDA43-E017-8E37-F66D-C830CDB7A389}"/>
                </a:ext>
              </a:extLst>
            </p:cNvPr>
            <p:cNvSpPr txBox="1"/>
            <p:nvPr/>
          </p:nvSpPr>
          <p:spPr>
            <a:xfrm>
              <a:off x="0" y="-57150"/>
              <a:ext cx="1116325" cy="14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sz="90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62B3191-A149-A49A-82CA-3F113D9938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l="35855" t="30674" b="27868"/>
          <a:stretch/>
        </p:blipFill>
        <p:spPr>
          <a:xfrm>
            <a:off x="0" y="5143500"/>
            <a:ext cx="9330072" cy="514350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BC95A84-65DE-F745-F625-29D7FE1772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12126" y="1028700"/>
            <a:ext cx="9147176" cy="82296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Put contents here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BEAB755-6011-6767-7719-C67901090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2083" y="1426686"/>
            <a:ext cx="4643986" cy="1143000"/>
          </a:xfrm>
        </p:spPr>
        <p:txBody>
          <a:bodyPr>
            <a:normAutofit/>
          </a:bodyPr>
          <a:lstStyle>
            <a:lvl1pPr algn="l">
              <a:defRPr sz="56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9" name="Text Placeholder 49">
            <a:extLst>
              <a:ext uri="{FF2B5EF4-FFF2-40B4-BE49-F238E27FC236}">
                <a16:creationId xmlns:a16="http://schemas.microsoft.com/office/drawing/2014/main" id="{57A8AFA4-BF1F-26C2-2657-3AF84FD77D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12083" y="2857500"/>
            <a:ext cx="4643986" cy="297180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 b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229304D-E30A-78D3-79BC-908664C231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941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and 3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D10091A-B3D2-D266-8DA2-A7A8218B27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l="14727" t="33462" r="32839" b="22568"/>
          <a:stretch/>
        </p:blipFill>
        <p:spPr>
          <a:xfrm>
            <a:off x="8686800" y="2"/>
            <a:ext cx="9601200" cy="6057900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B5B6E722-C754-CA1C-DCE3-725BE8C6DB6C}"/>
              </a:ext>
            </a:extLst>
          </p:cNvPr>
          <p:cNvGrpSpPr/>
          <p:nvPr userDrawn="1"/>
        </p:nvGrpSpPr>
        <p:grpSpPr>
          <a:xfrm>
            <a:off x="1" y="5143500"/>
            <a:ext cx="6121614" cy="5143500"/>
            <a:chOff x="0" y="0"/>
            <a:chExt cx="1451049" cy="12192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6738CF28-83FB-26C6-8357-36141D8C442F}"/>
                </a:ext>
              </a:extLst>
            </p:cNvPr>
            <p:cNvSpPr/>
            <p:nvPr/>
          </p:nvSpPr>
          <p:spPr>
            <a:xfrm>
              <a:off x="0" y="0"/>
              <a:ext cx="1451049" cy="1219200"/>
            </a:xfrm>
            <a:custGeom>
              <a:avLst/>
              <a:gdLst/>
              <a:ahLst/>
              <a:cxnLst/>
              <a:rect l="l" t="t" r="r" b="b"/>
              <a:pathLst>
                <a:path w="1451049" h="1219200">
                  <a:moveTo>
                    <a:pt x="0" y="0"/>
                  </a:moveTo>
                  <a:lnTo>
                    <a:pt x="1451049" y="0"/>
                  </a:lnTo>
                  <a:lnTo>
                    <a:pt x="145104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71C42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905649FE-05F9-F34C-5BF8-F0027ADC5030}"/>
                </a:ext>
              </a:extLst>
            </p:cNvPr>
            <p:cNvSpPr txBox="1"/>
            <p:nvPr/>
          </p:nvSpPr>
          <p:spPr>
            <a:xfrm>
              <a:off x="0" y="-57150"/>
              <a:ext cx="1451049" cy="1276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93DE355-ACB4-6357-9473-5AA55FB341A6}"/>
              </a:ext>
            </a:extLst>
          </p:cNvPr>
          <p:cNvGrpSpPr/>
          <p:nvPr userDrawn="1"/>
        </p:nvGrpSpPr>
        <p:grpSpPr>
          <a:xfrm>
            <a:off x="6121614" y="5143500"/>
            <a:ext cx="6044772" cy="5143500"/>
            <a:chOff x="0" y="0"/>
            <a:chExt cx="1432835" cy="121920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67A9A29-0EA8-3369-7359-DA266C25AC37}"/>
                </a:ext>
              </a:extLst>
            </p:cNvPr>
            <p:cNvSpPr/>
            <p:nvPr/>
          </p:nvSpPr>
          <p:spPr>
            <a:xfrm>
              <a:off x="0" y="0"/>
              <a:ext cx="1432835" cy="1219200"/>
            </a:xfrm>
            <a:custGeom>
              <a:avLst/>
              <a:gdLst/>
              <a:ahLst/>
              <a:cxnLst/>
              <a:rect l="l" t="t" r="r" b="b"/>
              <a:pathLst>
                <a:path w="1432835" h="1219200">
                  <a:moveTo>
                    <a:pt x="0" y="0"/>
                  </a:moveTo>
                  <a:lnTo>
                    <a:pt x="1432835" y="0"/>
                  </a:lnTo>
                  <a:lnTo>
                    <a:pt x="1432835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B2FBB0-FF03-810B-ABE4-EBFD28C5D3D0}"/>
                </a:ext>
              </a:extLst>
            </p:cNvPr>
            <p:cNvSpPr txBox="1"/>
            <p:nvPr/>
          </p:nvSpPr>
          <p:spPr>
            <a:xfrm>
              <a:off x="0" y="-57150"/>
              <a:ext cx="1432835" cy="1276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7AC4EF-77ED-3E67-22D4-530BAA7FD06E}"/>
              </a:ext>
            </a:extLst>
          </p:cNvPr>
          <p:cNvGrpSpPr/>
          <p:nvPr userDrawn="1"/>
        </p:nvGrpSpPr>
        <p:grpSpPr>
          <a:xfrm>
            <a:off x="12166387" y="5143500"/>
            <a:ext cx="6121614" cy="5143500"/>
            <a:chOff x="0" y="0"/>
            <a:chExt cx="1451049" cy="121920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0177EC3-592E-2252-A3A3-E99F8AB9AE50}"/>
                </a:ext>
              </a:extLst>
            </p:cNvPr>
            <p:cNvSpPr/>
            <p:nvPr/>
          </p:nvSpPr>
          <p:spPr>
            <a:xfrm>
              <a:off x="0" y="0"/>
              <a:ext cx="1451049" cy="1219200"/>
            </a:xfrm>
            <a:custGeom>
              <a:avLst/>
              <a:gdLst/>
              <a:ahLst/>
              <a:cxnLst/>
              <a:rect l="l" t="t" r="r" b="b"/>
              <a:pathLst>
                <a:path w="1451049" h="1219200">
                  <a:moveTo>
                    <a:pt x="0" y="0"/>
                  </a:moveTo>
                  <a:lnTo>
                    <a:pt x="1451049" y="0"/>
                  </a:lnTo>
                  <a:lnTo>
                    <a:pt x="145104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71C42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2473BC-8E65-5B68-FD49-C558E6627F42}"/>
                </a:ext>
              </a:extLst>
            </p:cNvPr>
            <p:cNvSpPr txBox="1"/>
            <p:nvPr/>
          </p:nvSpPr>
          <p:spPr>
            <a:xfrm>
              <a:off x="0" y="-57150"/>
              <a:ext cx="1451049" cy="1276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B424EF-2FAF-3E32-EEF6-D2900D568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2B9336-D328-8054-24F4-3DE9424CE9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1337746"/>
            <a:ext cx="7086600" cy="11430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7505877C-156B-87AC-E680-C9B3EECA301E}"/>
              </a:ext>
            </a:extLst>
          </p:cNvPr>
          <p:cNvSpPr/>
          <p:nvPr userDrawn="1"/>
        </p:nvSpPr>
        <p:spPr>
          <a:xfrm>
            <a:off x="1028700" y="601418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90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96093D7-D42D-0A6D-C332-3EA3E7B190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38251" y="2722565"/>
            <a:ext cx="7067550" cy="143033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3D34B1A-5FAC-559A-9FB0-840D6D0B74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19200" y="5934102"/>
            <a:ext cx="4051408" cy="42481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17B78DA-B464-A72E-2861-4DBC53EB25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093" y="6711949"/>
            <a:ext cx="3642606" cy="29736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  <a:endParaRPr lang="en-US" dirty="0"/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804576FA-91CF-0064-5D63-8AD084A22C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44922" y="5934102"/>
            <a:ext cx="4051408" cy="42481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B90AA00C-2E25-F3AC-4337-BD06EDB85D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44815" y="6711949"/>
            <a:ext cx="3642606" cy="29736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  <a:endParaRPr lang="en-US" dirty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4C6040E2-BD3D-31CE-20F9-3B03694AC5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289586" y="5934102"/>
            <a:ext cx="4051408" cy="42481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3CE30CB9-07CB-D6C7-9473-F1C8845D6F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89481" y="6711949"/>
            <a:ext cx="3642606" cy="29736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756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and 4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DAF970-CE3B-C3C9-880C-57F049C40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AA170DE-B9F9-C7E9-F440-E9ADB185FC91}"/>
              </a:ext>
            </a:extLst>
          </p:cNvPr>
          <p:cNvSpPr/>
          <p:nvPr userDrawn="1"/>
        </p:nvSpPr>
        <p:spPr>
          <a:xfrm>
            <a:off x="1028700" y="601418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900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B20A0D5F-549B-FA4E-AB96-FE622FCC7A2C}"/>
              </a:ext>
            </a:extLst>
          </p:cNvPr>
          <p:cNvGrpSpPr/>
          <p:nvPr userDrawn="1"/>
        </p:nvGrpSpPr>
        <p:grpSpPr>
          <a:xfrm>
            <a:off x="7401128" y="0"/>
            <a:ext cx="5443436" cy="5143500"/>
            <a:chOff x="0" y="0"/>
            <a:chExt cx="1290296" cy="1219200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B0278D80-DA96-B07D-3413-C833D823C072}"/>
                </a:ext>
              </a:extLst>
            </p:cNvPr>
            <p:cNvSpPr/>
            <p:nvPr/>
          </p:nvSpPr>
          <p:spPr>
            <a:xfrm>
              <a:off x="0" y="0"/>
              <a:ext cx="1290296" cy="1219200"/>
            </a:xfrm>
            <a:custGeom>
              <a:avLst/>
              <a:gdLst/>
              <a:ahLst/>
              <a:cxnLst/>
              <a:rect l="l" t="t" r="r" b="b"/>
              <a:pathLst>
                <a:path w="1290296" h="1219200">
                  <a:moveTo>
                    <a:pt x="0" y="0"/>
                  </a:moveTo>
                  <a:lnTo>
                    <a:pt x="1290296" y="0"/>
                  </a:lnTo>
                  <a:lnTo>
                    <a:pt x="129029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71C42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4EC41BB9-CEF2-B736-0C43-DAC197F48B02}"/>
                </a:ext>
              </a:extLst>
            </p:cNvPr>
            <p:cNvSpPr txBox="1"/>
            <p:nvPr/>
          </p:nvSpPr>
          <p:spPr>
            <a:xfrm>
              <a:off x="0" y="-57150"/>
              <a:ext cx="1290296" cy="1276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27D35DDD-C860-E223-2E4D-CB6FAB299A31}"/>
              </a:ext>
            </a:extLst>
          </p:cNvPr>
          <p:cNvGrpSpPr/>
          <p:nvPr userDrawn="1"/>
        </p:nvGrpSpPr>
        <p:grpSpPr>
          <a:xfrm>
            <a:off x="12844564" y="0"/>
            <a:ext cx="5443436" cy="5143500"/>
            <a:chOff x="0" y="0"/>
            <a:chExt cx="1290296" cy="1219200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4E5E6044-EBD6-9A43-7DB8-3E8C68A404D8}"/>
                </a:ext>
              </a:extLst>
            </p:cNvPr>
            <p:cNvSpPr/>
            <p:nvPr/>
          </p:nvSpPr>
          <p:spPr>
            <a:xfrm>
              <a:off x="0" y="0"/>
              <a:ext cx="1290296" cy="1219200"/>
            </a:xfrm>
            <a:custGeom>
              <a:avLst/>
              <a:gdLst/>
              <a:ahLst/>
              <a:cxnLst/>
              <a:rect l="l" t="t" r="r" b="b"/>
              <a:pathLst>
                <a:path w="1290296" h="1219200">
                  <a:moveTo>
                    <a:pt x="0" y="0"/>
                  </a:moveTo>
                  <a:lnTo>
                    <a:pt x="1290296" y="0"/>
                  </a:lnTo>
                  <a:lnTo>
                    <a:pt x="129029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FB0D4D63-F050-B17D-388F-87127DF654DE}"/>
                </a:ext>
              </a:extLst>
            </p:cNvPr>
            <p:cNvSpPr txBox="1"/>
            <p:nvPr/>
          </p:nvSpPr>
          <p:spPr>
            <a:xfrm>
              <a:off x="0" y="-57150"/>
              <a:ext cx="1290296" cy="1276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15" name="Group 13">
            <a:extLst>
              <a:ext uri="{FF2B5EF4-FFF2-40B4-BE49-F238E27FC236}">
                <a16:creationId xmlns:a16="http://schemas.microsoft.com/office/drawing/2014/main" id="{A0EC6CDA-52A4-2218-A012-E8B51AB0B114}"/>
              </a:ext>
            </a:extLst>
          </p:cNvPr>
          <p:cNvGrpSpPr/>
          <p:nvPr userDrawn="1"/>
        </p:nvGrpSpPr>
        <p:grpSpPr>
          <a:xfrm>
            <a:off x="7401128" y="5143500"/>
            <a:ext cx="5443436" cy="5143500"/>
            <a:chOff x="0" y="0"/>
            <a:chExt cx="1290296" cy="1219200"/>
          </a:xfrm>
        </p:grpSpPr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E039A20-06EB-5E77-59DC-6C4080C49085}"/>
                </a:ext>
              </a:extLst>
            </p:cNvPr>
            <p:cNvSpPr/>
            <p:nvPr/>
          </p:nvSpPr>
          <p:spPr>
            <a:xfrm>
              <a:off x="0" y="0"/>
              <a:ext cx="1290296" cy="1219200"/>
            </a:xfrm>
            <a:custGeom>
              <a:avLst/>
              <a:gdLst/>
              <a:ahLst/>
              <a:cxnLst/>
              <a:rect l="l" t="t" r="r" b="b"/>
              <a:pathLst>
                <a:path w="1290296" h="1219200">
                  <a:moveTo>
                    <a:pt x="0" y="0"/>
                  </a:moveTo>
                  <a:lnTo>
                    <a:pt x="1290296" y="0"/>
                  </a:lnTo>
                  <a:lnTo>
                    <a:pt x="129029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17" name="TextBox 15">
              <a:extLst>
                <a:ext uri="{FF2B5EF4-FFF2-40B4-BE49-F238E27FC236}">
                  <a16:creationId xmlns:a16="http://schemas.microsoft.com/office/drawing/2014/main" id="{C0307018-CD8B-E7BE-A6F4-93527EB0C73D}"/>
                </a:ext>
              </a:extLst>
            </p:cNvPr>
            <p:cNvSpPr txBox="1"/>
            <p:nvPr/>
          </p:nvSpPr>
          <p:spPr>
            <a:xfrm>
              <a:off x="0" y="-57150"/>
              <a:ext cx="1290296" cy="1276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20" name="Group 18">
            <a:extLst>
              <a:ext uri="{FF2B5EF4-FFF2-40B4-BE49-F238E27FC236}">
                <a16:creationId xmlns:a16="http://schemas.microsoft.com/office/drawing/2014/main" id="{B6518567-DD90-82EE-6D52-BD34CB246D0A}"/>
              </a:ext>
            </a:extLst>
          </p:cNvPr>
          <p:cNvGrpSpPr/>
          <p:nvPr userDrawn="1"/>
        </p:nvGrpSpPr>
        <p:grpSpPr>
          <a:xfrm>
            <a:off x="12844564" y="5143500"/>
            <a:ext cx="5443436" cy="5143500"/>
            <a:chOff x="0" y="0"/>
            <a:chExt cx="1290296" cy="1219200"/>
          </a:xfrm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47722E-A28D-8E21-9CA1-F11D30A9F51C}"/>
                </a:ext>
              </a:extLst>
            </p:cNvPr>
            <p:cNvSpPr/>
            <p:nvPr/>
          </p:nvSpPr>
          <p:spPr>
            <a:xfrm>
              <a:off x="0" y="0"/>
              <a:ext cx="1290296" cy="1219200"/>
            </a:xfrm>
            <a:custGeom>
              <a:avLst/>
              <a:gdLst/>
              <a:ahLst/>
              <a:cxnLst/>
              <a:rect l="l" t="t" r="r" b="b"/>
              <a:pathLst>
                <a:path w="1290296" h="1219200">
                  <a:moveTo>
                    <a:pt x="0" y="0"/>
                  </a:moveTo>
                  <a:lnTo>
                    <a:pt x="1290296" y="0"/>
                  </a:lnTo>
                  <a:lnTo>
                    <a:pt x="129029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71C42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22" name="TextBox 20">
              <a:extLst>
                <a:ext uri="{FF2B5EF4-FFF2-40B4-BE49-F238E27FC236}">
                  <a16:creationId xmlns:a16="http://schemas.microsoft.com/office/drawing/2014/main" id="{74F7AF2E-5E48-B20E-F3C8-3A0A78443099}"/>
                </a:ext>
              </a:extLst>
            </p:cNvPr>
            <p:cNvSpPr txBox="1"/>
            <p:nvPr/>
          </p:nvSpPr>
          <p:spPr>
            <a:xfrm>
              <a:off x="0" y="-57150"/>
              <a:ext cx="1290296" cy="1276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70018CF-F494-36FF-F4B2-320A28662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l="35855" t="30674" b="27868"/>
          <a:stretch/>
        </p:blipFill>
        <p:spPr>
          <a:xfrm>
            <a:off x="0" y="5143500"/>
            <a:ext cx="9330072" cy="5143500"/>
          </a:xfrm>
          <a:prstGeom prst="rect">
            <a:avLst/>
          </a:prstGeom>
        </p:spPr>
      </p:pic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647D162E-D6C1-B50B-C788-C897DF2145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9203" y="3390974"/>
            <a:ext cx="5443438" cy="220972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084E53CB-9460-B404-BE23-88AB7B891D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10872" y="710830"/>
            <a:ext cx="4051408" cy="42481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C7B13BD8-8B60-45BF-FF4C-59D34D6F17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10765" y="1488679"/>
            <a:ext cx="3642606" cy="29736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  <a:endParaRPr lang="en-US" dirty="0"/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17695507-C472-353D-C060-00250A85C1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611344" y="710830"/>
            <a:ext cx="4051408" cy="42481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2A49BFDC-5800-8BDA-5CFD-616AFFEB7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11237" y="1488679"/>
            <a:ext cx="3642606" cy="29736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  <a:endParaRPr lang="en-US" dirty="0"/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D622A62-10BA-4F92-C63D-74CC19BAD4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04836" y="5934102"/>
            <a:ext cx="4051408" cy="42481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5C7790B6-5A53-DAA6-30E0-0DD5DAE406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4731" y="6711951"/>
            <a:ext cx="3642606" cy="29736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  <a:endParaRPr lang="en-US" dirty="0"/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9A0A51CB-65B7-057D-9E3C-7A093F9738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611344" y="5928466"/>
            <a:ext cx="4051408" cy="42481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3" name="Text Placeholder 30">
            <a:extLst>
              <a:ext uri="{FF2B5EF4-FFF2-40B4-BE49-F238E27FC236}">
                <a16:creationId xmlns:a16="http://schemas.microsoft.com/office/drawing/2014/main" id="{931CBD6E-4BC0-D0B3-4DED-1066E737F5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611237" y="6706315"/>
            <a:ext cx="3642606" cy="297363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  <a:endParaRPr lang="en-US" dirty="0"/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CF4ECFF0-9B52-97F2-68D2-024C37756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9202" y="1687996"/>
            <a:ext cx="5443436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628835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and Long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5C1CC87-6AA2-B0A7-3F3C-F3BF5BACC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l="35855" t="30674" b="27868"/>
          <a:stretch/>
        </p:blipFill>
        <p:spPr>
          <a:xfrm flipV="1">
            <a:off x="-19050" y="0"/>
            <a:ext cx="9330072" cy="5143500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9E1C45BC-FF72-079F-8E0F-5482DDB8FDC5}"/>
              </a:ext>
            </a:extLst>
          </p:cNvPr>
          <p:cNvGrpSpPr/>
          <p:nvPr userDrawn="1"/>
        </p:nvGrpSpPr>
        <p:grpSpPr>
          <a:xfrm>
            <a:off x="7154584" y="0"/>
            <a:ext cx="11133416" cy="3429000"/>
            <a:chOff x="0" y="0"/>
            <a:chExt cx="2639032" cy="8128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FFB582C7-18BE-1FF6-9424-1FFC47D2F4B9}"/>
                </a:ext>
              </a:extLst>
            </p:cNvPr>
            <p:cNvSpPr/>
            <p:nvPr/>
          </p:nvSpPr>
          <p:spPr>
            <a:xfrm>
              <a:off x="0" y="0"/>
              <a:ext cx="2639032" cy="812800"/>
            </a:xfrm>
            <a:custGeom>
              <a:avLst/>
              <a:gdLst/>
              <a:ahLst/>
              <a:cxnLst/>
              <a:rect l="l" t="t" r="r" b="b"/>
              <a:pathLst>
                <a:path w="2639032" h="812800">
                  <a:moveTo>
                    <a:pt x="0" y="0"/>
                  </a:moveTo>
                  <a:lnTo>
                    <a:pt x="2639032" y="0"/>
                  </a:lnTo>
                  <a:lnTo>
                    <a:pt x="263903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71C42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AD005574-4C29-1E58-FAFB-5289CD84CCD5}"/>
                </a:ext>
              </a:extLst>
            </p:cNvPr>
            <p:cNvSpPr txBox="1"/>
            <p:nvPr/>
          </p:nvSpPr>
          <p:spPr>
            <a:xfrm>
              <a:off x="0" y="-57150"/>
              <a:ext cx="2639032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0D5DF912-D1A0-F368-CB58-0A984E903EA1}"/>
              </a:ext>
            </a:extLst>
          </p:cNvPr>
          <p:cNvGrpSpPr/>
          <p:nvPr userDrawn="1"/>
        </p:nvGrpSpPr>
        <p:grpSpPr>
          <a:xfrm>
            <a:off x="8437355" y="3429000"/>
            <a:ext cx="9850646" cy="3429000"/>
            <a:chOff x="0" y="0"/>
            <a:chExt cx="2334968" cy="812800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5E72857-8C68-2281-8FA3-A0008D6798CF}"/>
                </a:ext>
              </a:extLst>
            </p:cNvPr>
            <p:cNvSpPr/>
            <p:nvPr/>
          </p:nvSpPr>
          <p:spPr>
            <a:xfrm>
              <a:off x="0" y="0"/>
              <a:ext cx="2334968" cy="812800"/>
            </a:xfrm>
            <a:custGeom>
              <a:avLst/>
              <a:gdLst/>
              <a:ahLst/>
              <a:cxnLst/>
              <a:rect l="l" t="t" r="r" b="b"/>
              <a:pathLst>
                <a:path w="2334968" h="812800">
                  <a:moveTo>
                    <a:pt x="0" y="0"/>
                  </a:moveTo>
                  <a:lnTo>
                    <a:pt x="2334968" y="0"/>
                  </a:lnTo>
                  <a:lnTo>
                    <a:pt x="23349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/>
            <a:p>
              <a:endParaRPr lang="ko-KR" altLang="en-US" sz="900" dirty="0"/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3A26DEF6-3568-C408-C12A-AD6035A0C141}"/>
                </a:ext>
              </a:extLst>
            </p:cNvPr>
            <p:cNvSpPr txBox="1"/>
            <p:nvPr/>
          </p:nvSpPr>
          <p:spPr>
            <a:xfrm>
              <a:off x="0" y="-57150"/>
              <a:ext cx="2334968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0C697886-293A-9DE1-18A9-46C41C01E804}"/>
              </a:ext>
            </a:extLst>
          </p:cNvPr>
          <p:cNvGrpSpPr/>
          <p:nvPr userDrawn="1"/>
        </p:nvGrpSpPr>
        <p:grpSpPr>
          <a:xfrm>
            <a:off x="9924636" y="6858000"/>
            <a:ext cx="8363364" cy="3429000"/>
            <a:chOff x="0" y="0"/>
            <a:chExt cx="1982427" cy="812800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FDC6906-F164-190A-671D-4C88D3FABB91}"/>
                </a:ext>
              </a:extLst>
            </p:cNvPr>
            <p:cNvSpPr/>
            <p:nvPr/>
          </p:nvSpPr>
          <p:spPr>
            <a:xfrm>
              <a:off x="0" y="0"/>
              <a:ext cx="1982427" cy="812800"/>
            </a:xfrm>
            <a:custGeom>
              <a:avLst/>
              <a:gdLst/>
              <a:ahLst/>
              <a:cxnLst/>
              <a:rect l="l" t="t" r="r" b="b"/>
              <a:pathLst>
                <a:path w="1982427" h="812800">
                  <a:moveTo>
                    <a:pt x="0" y="0"/>
                  </a:moveTo>
                  <a:lnTo>
                    <a:pt x="1982427" y="0"/>
                  </a:lnTo>
                  <a:lnTo>
                    <a:pt x="198242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71C42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3FB16949-E40D-E528-8705-A80EE0FF33BB}"/>
                </a:ext>
              </a:extLst>
            </p:cNvPr>
            <p:cNvSpPr txBox="1"/>
            <p:nvPr/>
          </p:nvSpPr>
          <p:spPr>
            <a:xfrm>
              <a:off x="0" y="-57150"/>
              <a:ext cx="1982427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sp>
        <p:nvSpPr>
          <p:cNvPr id="22" name="Title 21">
            <a:extLst>
              <a:ext uri="{FF2B5EF4-FFF2-40B4-BE49-F238E27FC236}">
                <a16:creationId xmlns:a16="http://schemas.microsoft.com/office/drawing/2014/main" id="{EE4E6B8C-F539-C750-C44C-E72222A07D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1" y="5774043"/>
            <a:ext cx="4643986" cy="1807858"/>
          </a:xfrm>
        </p:spPr>
        <p:txBody>
          <a:bodyPr>
            <a:noAutofit/>
          </a:bodyPr>
          <a:lstStyle>
            <a:lvl1pPr>
              <a:defRPr sz="56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B6132BB-3E32-0B94-EB2E-252ED82FA3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6357" y="7816217"/>
            <a:ext cx="4646282" cy="180785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E3F15023-E96B-7130-3F34-4CEDDE272C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56298" y="527081"/>
            <a:ext cx="9144000" cy="60763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C864DD59-158E-9F81-E1F6-5D795A1127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56298" y="1304930"/>
            <a:ext cx="9144000" cy="15582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  <a:endParaRPr lang="en-US" dirty="0"/>
          </a:p>
        </p:txBody>
      </p:sp>
      <p:sp>
        <p:nvSpPr>
          <p:cNvPr id="27" name="Text Placeholder 28">
            <a:extLst>
              <a:ext uri="{FF2B5EF4-FFF2-40B4-BE49-F238E27FC236}">
                <a16:creationId xmlns:a16="http://schemas.microsoft.com/office/drawing/2014/main" id="{ED0D8B42-8654-FFD0-5C90-E5D1AA8D8B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719806" y="3860475"/>
            <a:ext cx="7863840" cy="59722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399B47B6-45F6-19D4-D8B5-84752D60BE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19806" y="4638323"/>
            <a:ext cx="7863840" cy="165380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  <a:endParaRPr lang="en-US" dirty="0"/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DB569D9E-9BFE-1B92-FD1E-69BEDA4F3B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06647" y="7423873"/>
            <a:ext cx="6374602" cy="60763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A6BD1384-29E9-5961-E6E4-A9A86F98D1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206647" y="8201721"/>
            <a:ext cx="6374602" cy="151941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9715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am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">
            <a:extLst>
              <a:ext uri="{FF2B5EF4-FFF2-40B4-BE49-F238E27FC236}">
                <a16:creationId xmlns:a16="http://schemas.microsoft.com/office/drawing/2014/main" id="{ACCEFB3B-52A9-6786-B6A3-71CDC9B47BF0}"/>
              </a:ext>
            </a:extLst>
          </p:cNvPr>
          <p:cNvGrpSpPr/>
          <p:nvPr userDrawn="1"/>
        </p:nvGrpSpPr>
        <p:grpSpPr>
          <a:xfrm>
            <a:off x="9694360" y="0"/>
            <a:ext cx="8593640" cy="10287000"/>
            <a:chOff x="0" y="0"/>
            <a:chExt cx="2037011" cy="2438400"/>
          </a:xfrm>
        </p:grpSpPr>
        <p:sp>
          <p:nvSpPr>
            <p:cNvPr id="27" name="Freeform 3">
              <a:extLst>
                <a:ext uri="{FF2B5EF4-FFF2-40B4-BE49-F238E27FC236}">
                  <a16:creationId xmlns:a16="http://schemas.microsoft.com/office/drawing/2014/main" id="{B1C16D89-C050-4A50-6BA0-B10EC4DA6D03}"/>
                </a:ext>
              </a:extLst>
            </p:cNvPr>
            <p:cNvSpPr/>
            <p:nvPr/>
          </p:nvSpPr>
          <p:spPr>
            <a:xfrm>
              <a:off x="0" y="0"/>
              <a:ext cx="2037011" cy="2438400"/>
            </a:xfrm>
            <a:custGeom>
              <a:avLst/>
              <a:gdLst/>
              <a:ahLst/>
              <a:cxnLst/>
              <a:rect l="l" t="t" r="r" b="b"/>
              <a:pathLst>
                <a:path w="2037011" h="2438400">
                  <a:moveTo>
                    <a:pt x="0" y="0"/>
                  </a:moveTo>
                  <a:lnTo>
                    <a:pt x="2037011" y="0"/>
                  </a:lnTo>
                  <a:lnTo>
                    <a:pt x="203701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71C42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1D84F526-279D-289B-D518-24895BC9E59E}"/>
                </a:ext>
              </a:extLst>
            </p:cNvPr>
            <p:cNvSpPr txBox="1"/>
            <p:nvPr/>
          </p:nvSpPr>
          <p:spPr>
            <a:xfrm>
              <a:off x="0" y="-57150"/>
              <a:ext cx="2037011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0833B0A9-54CE-D7CA-31AC-81F70E8C50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0"/>
          </a:blip>
          <a:srcRect r="31225" b="35108"/>
          <a:stretch/>
        </p:blipFill>
        <p:spPr>
          <a:xfrm>
            <a:off x="12123398" y="6111294"/>
            <a:ext cx="6164604" cy="4175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4E5C9B-943D-28F0-7870-0EC2A130CD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85980" y="1996824"/>
            <a:ext cx="7010400" cy="904876"/>
          </a:xfrm>
        </p:spPr>
        <p:txBody>
          <a:bodyPr>
            <a:noAutofit/>
          </a:bodyPr>
          <a:lstStyle>
            <a:lvl1pPr>
              <a:defRPr sz="7200" b="1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A1FC34-2AAE-9472-4C63-5A941F314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AutoShape 7">
            <a:extLst>
              <a:ext uri="{FF2B5EF4-FFF2-40B4-BE49-F238E27FC236}">
                <a16:creationId xmlns:a16="http://schemas.microsoft.com/office/drawing/2014/main" id="{33D6F1DE-073E-865B-080A-F2A400052853}"/>
              </a:ext>
            </a:extLst>
          </p:cNvPr>
          <p:cNvSpPr/>
          <p:nvPr userDrawn="1"/>
        </p:nvSpPr>
        <p:spPr>
          <a:xfrm>
            <a:off x="2133600" y="601418"/>
            <a:ext cx="134112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900"/>
          </a:p>
        </p:txBody>
      </p:sp>
      <p:pic>
        <p:nvPicPr>
          <p:cNvPr id="48" name="그림 13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D4F42C2-0742-6BC6-FC72-E7A60FF5AB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25000"/>
            <a:alphaModFix amt="9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02" b="23993"/>
          <a:stretch/>
        </p:blipFill>
        <p:spPr>
          <a:xfrm>
            <a:off x="15849600" y="87256"/>
            <a:ext cx="2260600" cy="1398644"/>
          </a:xfrm>
          <a:prstGeom prst="rect">
            <a:avLst/>
          </a:prstGeom>
        </p:spPr>
      </p:pic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4E2F1C19-C827-621B-751C-ED66741A48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6366" y="3159125"/>
            <a:ext cx="5756468" cy="5750674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A53C777E-720B-BAFC-EAB8-2E898BC761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48219" y="1027980"/>
            <a:ext cx="2841626" cy="32305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A760BBEE-37BE-0CA0-4FB7-E25C4E45A4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6936" y="4401417"/>
            <a:ext cx="2438400" cy="42545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latin typeface="Poppins Bold" panose="00000800000000000000" charset="0"/>
                <a:cs typeface="Poppins Bold" panose="00000800000000000000" charset="0"/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2pPr>
          </a:lstStyle>
          <a:p>
            <a:pPr lvl="0"/>
            <a:r>
              <a:rPr lang="en-US" dirty="0">
                <a:latin typeface="Poppins Bold" panose="00000800000000000000" charset="0"/>
                <a:cs typeface="Poppins Bold" panose="00000800000000000000" charset="0"/>
              </a:rPr>
              <a:t>Name</a:t>
            </a:r>
            <a:endParaRPr lang="en-US" dirty="0"/>
          </a:p>
        </p:txBody>
      </p:sp>
      <p:sp>
        <p:nvSpPr>
          <p:cNvPr id="55" name="Text Placeholder 53">
            <a:extLst>
              <a:ext uri="{FF2B5EF4-FFF2-40B4-BE49-F238E27FC236}">
                <a16:creationId xmlns:a16="http://schemas.microsoft.com/office/drawing/2014/main" id="{692C3FE1-EFC5-E060-AD58-150BDB0D0A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6936" y="4930777"/>
            <a:ext cx="2438400" cy="425450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2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56" name="Picture Placeholder 51">
            <a:extLst>
              <a:ext uri="{FF2B5EF4-FFF2-40B4-BE49-F238E27FC236}">
                <a16:creationId xmlns:a16="http://schemas.microsoft.com/office/drawing/2014/main" id="{7EDC263E-2CD6-C809-A5F3-E9E06C50C2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97835" y="1027980"/>
            <a:ext cx="2841626" cy="32305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7" name="Text Placeholder 53">
            <a:extLst>
              <a:ext uri="{FF2B5EF4-FFF2-40B4-BE49-F238E27FC236}">
                <a16:creationId xmlns:a16="http://schemas.microsoft.com/office/drawing/2014/main" id="{D7F85169-341E-F859-0F92-8D1911CCB0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66552" y="4401417"/>
            <a:ext cx="2438400" cy="42545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latin typeface="Poppins Bold" panose="00000800000000000000" charset="0"/>
                <a:cs typeface="Poppins Bold" panose="00000800000000000000" charset="0"/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2pPr>
          </a:lstStyle>
          <a:p>
            <a:pPr lvl="0"/>
            <a:r>
              <a:rPr lang="en-US" dirty="0">
                <a:latin typeface="Poppins Bold" panose="00000800000000000000" charset="0"/>
                <a:cs typeface="Poppins Bold" panose="00000800000000000000" charset="0"/>
              </a:rPr>
              <a:t>Name</a:t>
            </a:r>
            <a:endParaRPr lang="en-US" dirty="0"/>
          </a:p>
        </p:txBody>
      </p:sp>
      <p:sp>
        <p:nvSpPr>
          <p:cNvPr id="58" name="Text Placeholder 53">
            <a:extLst>
              <a:ext uri="{FF2B5EF4-FFF2-40B4-BE49-F238E27FC236}">
                <a16:creationId xmlns:a16="http://schemas.microsoft.com/office/drawing/2014/main" id="{CB743C55-D9C5-84CF-23F2-9ACD261B04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6552" y="4930777"/>
            <a:ext cx="2438400" cy="425450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2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59" name="Picture Placeholder 51">
            <a:extLst>
              <a:ext uri="{FF2B5EF4-FFF2-40B4-BE49-F238E27FC236}">
                <a16:creationId xmlns:a16="http://schemas.microsoft.com/office/drawing/2014/main" id="{4494D1A4-CBED-7964-DFC4-9C19AFB8117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97835" y="5679956"/>
            <a:ext cx="2841626" cy="32305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0" name="Text Placeholder 53">
            <a:extLst>
              <a:ext uri="{FF2B5EF4-FFF2-40B4-BE49-F238E27FC236}">
                <a16:creationId xmlns:a16="http://schemas.microsoft.com/office/drawing/2014/main" id="{28083A70-C356-6C5E-817E-1D95328489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66552" y="9053393"/>
            <a:ext cx="2438400" cy="42545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latin typeface="Poppins Bold" panose="00000800000000000000" charset="0"/>
                <a:cs typeface="Poppins Bold" panose="00000800000000000000" charset="0"/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2pPr>
          </a:lstStyle>
          <a:p>
            <a:pPr lvl="0"/>
            <a:r>
              <a:rPr lang="en-US" dirty="0">
                <a:latin typeface="Poppins Bold" panose="00000800000000000000" charset="0"/>
                <a:cs typeface="Poppins Bold" panose="00000800000000000000" charset="0"/>
              </a:rPr>
              <a:t>Name</a:t>
            </a:r>
            <a:endParaRPr lang="en-US" dirty="0"/>
          </a:p>
        </p:txBody>
      </p:sp>
      <p:sp>
        <p:nvSpPr>
          <p:cNvPr id="61" name="Text Placeholder 53">
            <a:extLst>
              <a:ext uri="{FF2B5EF4-FFF2-40B4-BE49-F238E27FC236}">
                <a16:creationId xmlns:a16="http://schemas.microsoft.com/office/drawing/2014/main" id="{40E4D985-64C0-B938-3454-E43A288941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6552" y="9582753"/>
            <a:ext cx="2438400" cy="425450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2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62" name="Picture Placeholder 51">
            <a:extLst>
              <a:ext uri="{FF2B5EF4-FFF2-40B4-BE49-F238E27FC236}">
                <a16:creationId xmlns:a16="http://schemas.microsoft.com/office/drawing/2014/main" id="{EA1FD21D-8571-1B45-3BA8-A98353206AD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48219" y="5679956"/>
            <a:ext cx="2841626" cy="32305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3" name="Text Placeholder 53">
            <a:extLst>
              <a:ext uri="{FF2B5EF4-FFF2-40B4-BE49-F238E27FC236}">
                <a16:creationId xmlns:a16="http://schemas.microsoft.com/office/drawing/2014/main" id="{BE78715E-B2D2-FBA7-AF30-5BD5B4541E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16936" y="9053393"/>
            <a:ext cx="2438400" cy="42545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latin typeface="Poppins Bold" panose="00000800000000000000" charset="0"/>
                <a:cs typeface="Poppins Bold" panose="00000800000000000000" charset="0"/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2pPr>
          </a:lstStyle>
          <a:p>
            <a:pPr lvl="0"/>
            <a:r>
              <a:rPr lang="en-US" dirty="0">
                <a:latin typeface="Poppins Bold" panose="00000800000000000000" charset="0"/>
                <a:cs typeface="Poppins Bold" panose="00000800000000000000" charset="0"/>
              </a:rPr>
              <a:t>Name</a:t>
            </a:r>
            <a:endParaRPr lang="en-US" dirty="0"/>
          </a:p>
        </p:txBody>
      </p:sp>
      <p:sp>
        <p:nvSpPr>
          <p:cNvPr id="64" name="Text Placeholder 53">
            <a:extLst>
              <a:ext uri="{FF2B5EF4-FFF2-40B4-BE49-F238E27FC236}">
                <a16:creationId xmlns:a16="http://schemas.microsoft.com/office/drawing/2014/main" id="{30C313F9-290C-2B60-AF17-A8999CE272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16936" y="9582753"/>
            <a:ext cx="2438400" cy="425450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2pPr>
          </a:lstStyle>
          <a:p>
            <a:pPr lvl="0"/>
            <a:r>
              <a:rPr lang="en-US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614555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421B986-8298-B866-A87E-44476CD4838B}"/>
              </a:ext>
            </a:extLst>
          </p:cNvPr>
          <p:cNvGrpSpPr/>
          <p:nvPr userDrawn="1"/>
        </p:nvGrpSpPr>
        <p:grpSpPr>
          <a:xfrm>
            <a:off x="0" y="3514950"/>
            <a:ext cx="18288000" cy="3073180"/>
            <a:chOff x="0" y="0"/>
            <a:chExt cx="4816593" cy="809397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394E9A6F-6B51-0361-31CB-6A45A214202D}"/>
                </a:ext>
              </a:extLst>
            </p:cNvPr>
            <p:cNvSpPr/>
            <p:nvPr/>
          </p:nvSpPr>
          <p:spPr>
            <a:xfrm>
              <a:off x="0" y="0"/>
              <a:ext cx="4816592" cy="809397"/>
            </a:xfrm>
            <a:custGeom>
              <a:avLst/>
              <a:gdLst/>
              <a:ahLst/>
              <a:cxnLst/>
              <a:rect l="l" t="t" r="r" b="b"/>
              <a:pathLst>
                <a:path w="4816592" h="809397">
                  <a:moveTo>
                    <a:pt x="0" y="0"/>
                  </a:moveTo>
                  <a:lnTo>
                    <a:pt x="4816592" y="0"/>
                  </a:lnTo>
                  <a:lnTo>
                    <a:pt x="4816592" y="809397"/>
                  </a:lnTo>
                  <a:lnTo>
                    <a:pt x="0" y="809397"/>
                  </a:lnTo>
                  <a:close/>
                </a:path>
              </a:pathLst>
            </a:custGeom>
            <a:solidFill>
              <a:srgbClr val="071C42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3AF48D4F-C986-A601-CC2F-6864FE2E19F0}"/>
                </a:ext>
              </a:extLst>
            </p:cNvPr>
            <p:cNvSpPr txBox="1"/>
            <p:nvPr/>
          </p:nvSpPr>
          <p:spPr>
            <a:xfrm>
              <a:off x="0" y="-57150"/>
              <a:ext cx="4816593" cy="866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sp>
        <p:nvSpPr>
          <p:cNvPr id="8" name="AutoShape 6">
            <a:extLst>
              <a:ext uri="{FF2B5EF4-FFF2-40B4-BE49-F238E27FC236}">
                <a16:creationId xmlns:a16="http://schemas.microsoft.com/office/drawing/2014/main" id="{BE399C1E-F95E-5870-2FCD-A65CB6B1A5E2}"/>
              </a:ext>
            </a:extLst>
          </p:cNvPr>
          <p:cNvSpPr/>
          <p:nvPr userDrawn="1"/>
        </p:nvSpPr>
        <p:spPr>
          <a:xfrm>
            <a:off x="1752600" y="601418"/>
            <a:ext cx="13944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900"/>
          </a:p>
        </p:txBody>
      </p:sp>
      <p:grpSp>
        <p:nvGrpSpPr>
          <p:cNvPr id="9" name="Group 22">
            <a:extLst>
              <a:ext uri="{FF2B5EF4-FFF2-40B4-BE49-F238E27FC236}">
                <a16:creationId xmlns:a16="http://schemas.microsoft.com/office/drawing/2014/main" id="{160BF9C5-93CB-8F6B-3D9A-1762BAD92A1E}"/>
              </a:ext>
            </a:extLst>
          </p:cNvPr>
          <p:cNvGrpSpPr/>
          <p:nvPr userDrawn="1"/>
        </p:nvGrpSpPr>
        <p:grpSpPr>
          <a:xfrm>
            <a:off x="1" y="9943514"/>
            <a:ext cx="4848666" cy="343488"/>
            <a:chOff x="0" y="0"/>
            <a:chExt cx="1277015" cy="90466"/>
          </a:xfrm>
        </p:grpSpPr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FC9D7FF4-59D8-2489-0852-54D67DDC88ED}"/>
                </a:ext>
              </a:extLst>
            </p:cNvPr>
            <p:cNvSpPr/>
            <p:nvPr/>
          </p:nvSpPr>
          <p:spPr>
            <a:xfrm>
              <a:off x="0" y="0"/>
              <a:ext cx="1277015" cy="90466"/>
            </a:xfrm>
            <a:custGeom>
              <a:avLst/>
              <a:gdLst/>
              <a:ahLst/>
              <a:cxnLst/>
              <a:rect l="l" t="t" r="r" b="b"/>
              <a:pathLst>
                <a:path w="1277015" h="90466">
                  <a:moveTo>
                    <a:pt x="0" y="0"/>
                  </a:moveTo>
                  <a:lnTo>
                    <a:pt x="1277015" y="0"/>
                  </a:lnTo>
                  <a:lnTo>
                    <a:pt x="1277015" y="90466"/>
                  </a:lnTo>
                  <a:lnTo>
                    <a:pt x="0" y="90466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11" name="TextBox 24">
              <a:extLst>
                <a:ext uri="{FF2B5EF4-FFF2-40B4-BE49-F238E27FC236}">
                  <a16:creationId xmlns:a16="http://schemas.microsoft.com/office/drawing/2014/main" id="{98D16ED3-8A81-B9C3-E8AE-B0598FA52F4E}"/>
                </a:ext>
              </a:extLst>
            </p:cNvPr>
            <p:cNvSpPr txBox="1"/>
            <p:nvPr/>
          </p:nvSpPr>
          <p:spPr>
            <a:xfrm>
              <a:off x="0" y="-57150"/>
              <a:ext cx="1277015" cy="14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sz="900"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8CCC4E5-548B-4017-774C-288772298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A1CB5C5-FD7E-95AC-DFB0-FE7760B31D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236405"/>
            <a:ext cx="2260600" cy="22557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009AEA1-F32F-136F-B22A-921C783E42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9634" b="20108"/>
          <a:stretch/>
        </p:blipFill>
        <p:spPr>
          <a:xfrm>
            <a:off x="7086602" y="546576"/>
            <a:ext cx="11201396" cy="9740424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2ECEAD8D-8CBC-F6CC-456B-587F78C537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4500384"/>
            <a:ext cx="12115800" cy="1143000"/>
          </a:xfrm>
        </p:spPr>
        <p:txBody>
          <a:bodyPr>
            <a:noAutofit/>
          </a:bodyPr>
          <a:lstStyle>
            <a:lvl1pPr algn="l">
              <a:defRPr sz="5600" b="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7100530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Contact">
    <p:bg>
      <p:bgPr>
        <a:solidFill>
          <a:srgbClr val="071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13" descr="안테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C68256-9C16-2568-6EF6-CEDA5F8A7A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30" y="3754512"/>
            <a:ext cx="5259144" cy="5219700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97A53F8D-94B3-4024-AFBB-7F84A7A8E7C5}"/>
              </a:ext>
            </a:extLst>
          </p:cNvPr>
          <p:cNvGrpSpPr/>
          <p:nvPr userDrawn="1"/>
        </p:nvGrpSpPr>
        <p:grpSpPr>
          <a:xfrm>
            <a:off x="0" y="9703663"/>
            <a:ext cx="8096692" cy="560478"/>
            <a:chOff x="0" y="-57150"/>
            <a:chExt cx="2408296" cy="147616"/>
          </a:xfrm>
        </p:grpSpPr>
        <p:sp>
          <p:nvSpPr>
            <p:cNvPr id="62" name="Freeform 3">
              <a:extLst>
                <a:ext uri="{FF2B5EF4-FFF2-40B4-BE49-F238E27FC236}">
                  <a16:creationId xmlns:a16="http://schemas.microsoft.com/office/drawing/2014/main" id="{3C1A6162-8C99-B1CB-BCBF-4735AD561C07}"/>
                </a:ext>
              </a:extLst>
            </p:cNvPr>
            <p:cNvSpPr/>
            <p:nvPr userDrawn="1"/>
          </p:nvSpPr>
          <p:spPr>
            <a:xfrm>
              <a:off x="0" y="0"/>
              <a:ext cx="2408296" cy="90466"/>
            </a:xfrm>
            <a:custGeom>
              <a:avLst/>
              <a:gdLst/>
              <a:ahLst/>
              <a:cxnLst/>
              <a:rect l="l" t="t" r="r" b="b"/>
              <a:pathLst>
                <a:path w="2408296" h="90466">
                  <a:moveTo>
                    <a:pt x="0" y="0"/>
                  </a:moveTo>
                  <a:lnTo>
                    <a:pt x="2408296" y="0"/>
                  </a:lnTo>
                  <a:lnTo>
                    <a:pt x="2408296" y="90466"/>
                  </a:lnTo>
                  <a:lnTo>
                    <a:pt x="0" y="90466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800"/>
            </a:p>
          </p:txBody>
        </p:sp>
        <p:sp>
          <p:nvSpPr>
            <p:cNvPr id="63" name="TextBox 4">
              <a:extLst>
                <a:ext uri="{FF2B5EF4-FFF2-40B4-BE49-F238E27FC236}">
                  <a16:creationId xmlns:a16="http://schemas.microsoft.com/office/drawing/2014/main" id="{BD3A7736-7376-7DA7-AE77-2EC2FFC23301}"/>
                </a:ext>
              </a:extLst>
            </p:cNvPr>
            <p:cNvSpPr txBox="1"/>
            <p:nvPr userDrawn="1"/>
          </p:nvSpPr>
          <p:spPr>
            <a:xfrm>
              <a:off x="0" y="-57150"/>
              <a:ext cx="2408296" cy="14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</a:pPr>
              <a:endParaRPr sz="1800"/>
            </a:p>
          </p:txBody>
        </p:sp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BDCD0F03-D3E9-5577-5EBF-16D82D82A6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6687800" y="8724900"/>
            <a:ext cx="1371600" cy="13716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AutoShape 7">
            <a:extLst>
              <a:ext uri="{FF2B5EF4-FFF2-40B4-BE49-F238E27FC236}">
                <a16:creationId xmlns:a16="http://schemas.microsoft.com/office/drawing/2014/main" id="{21B2626B-0E66-CA64-F275-364A6D3FE36B}"/>
              </a:ext>
            </a:extLst>
          </p:cNvPr>
          <p:cNvSpPr/>
          <p:nvPr userDrawn="1"/>
        </p:nvSpPr>
        <p:spPr>
          <a:xfrm>
            <a:off x="2514600" y="601418"/>
            <a:ext cx="131064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35A4B2-9BA5-3766-64D8-2E2FACBBCA3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40000"/>
          </a:blip>
          <a:srcRect l="35855" t="30674" b="31695"/>
          <a:stretch/>
        </p:blipFill>
        <p:spPr>
          <a:xfrm>
            <a:off x="-3724" y="5595296"/>
            <a:ext cx="9330072" cy="4668844"/>
          </a:xfrm>
          <a:prstGeom prst="rect">
            <a:avLst/>
          </a:prstGeom>
        </p:spPr>
      </p:pic>
      <p:pic>
        <p:nvPicPr>
          <p:cNvPr id="67" name="그림 13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0FACF9-1BB6-1E6C-C343-9012763792E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biLevel thresh="25000"/>
            <a:alphaModFix amt="9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002" b="23993"/>
          <a:stretch/>
        </p:blipFill>
        <p:spPr>
          <a:xfrm>
            <a:off x="15849600" y="87256"/>
            <a:ext cx="2260600" cy="1398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BB0C7B-2A98-8885-5949-BD917881CFC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40000"/>
          </a:blip>
          <a:srcRect l="42990" t="32926" r="12142" b="23091"/>
          <a:stretch/>
        </p:blipFill>
        <p:spPr>
          <a:xfrm>
            <a:off x="1" y="1"/>
            <a:ext cx="3200402" cy="25527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FD080B9-F047-C7FE-3805-3C4AFEE08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74660" y="2170246"/>
            <a:ext cx="7010400" cy="904876"/>
          </a:xfrm>
        </p:spPr>
        <p:txBody>
          <a:bodyPr>
            <a:noAutofit/>
          </a:bodyPr>
          <a:lstStyle>
            <a:lvl1pPr algn="l">
              <a:defRPr sz="6000" b="1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10" name="Text Placeholder 49">
            <a:extLst>
              <a:ext uri="{FF2B5EF4-FFF2-40B4-BE49-F238E27FC236}">
                <a16:creationId xmlns:a16="http://schemas.microsoft.com/office/drawing/2014/main" id="{DE0E4E61-61E5-BA82-D401-5BA888A03C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27839" y="4167354"/>
            <a:ext cx="5341106" cy="363852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0">
                <a:solidFill>
                  <a:schemeClr val="bg1">
                    <a:lumMod val="95000"/>
                  </a:schemeClr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7C9A851F-9796-1CE5-9DC6-EC7D806336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27838" y="4657722"/>
            <a:ext cx="6388364" cy="363852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4C727C23-477B-1E52-02D1-37C89E4F9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27839" y="5633866"/>
            <a:ext cx="5341106" cy="363852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0">
                <a:solidFill>
                  <a:schemeClr val="bg1">
                    <a:lumMod val="95000"/>
                  </a:schemeClr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Text Placeholder 49">
            <a:extLst>
              <a:ext uri="{FF2B5EF4-FFF2-40B4-BE49-F238E27FC236}">
                <a16:creationId xmlns:a16="http://schemas.microsoft.com/office/drawing/2014/main" id="{4DEB6E13-A255-34C5-10A8-487B59D4F6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27838" y="6124232"/>
            <a:ext cx="6388364" cy="363852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Text Placeholder 49">
            <a:extLst>
              <a:ext uri="{FF2B5EF4-FFF2-40B4-BE49-F238E27FC236}">
                <a16:creationId xmlns:a16="http://schemas.microsoft.com/office/drawing/2014/main" id="{18C2B22B-23FD-2878-2095-9831A89AE4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27839" y="7100376"/>
            <a:ext cx="5341106" cy="363852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0">
                <a:solidFill>
                  <a:schemeClr val="bg1">
                    <a:lumMod val="95000"/>
                  </a:schemeClr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F8522B3A-4BE5-2F9A-3D5E-A7F33E7546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27838" y="7590742"/>
            <a:ext cx="6388364" cy="363852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22" name="그림 3" descr="교통, 드론, 항공기, 무선 조종 완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A294D85-E2A0-8C9F-AC83-CFF35122962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6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  <a14:imgEffect>
                      <a14:saturation sat="8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161" y="1937371"/>
            <a:ext cx="2768794" cy="138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84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421B986-8298-B866-A87E-44476CD4838B}"/>
              </a:ext>
            </a:extLst>
          </p:cNvPr>
          <p:cNvGrpSpPr/>
          <p:nvPr userDrawn="1"/>
        </p:nvGrpSpPr>
        <p:grpSpPr>
          <a:xfrm>
            <a:off x="0" y="7185554"/>
            <a:ext cx="18288000" cy="3073180"/>
            <a:chOff x="0" y="0"/>
            <a:chExt cx="4816593" cy="809397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394E9A6F-6B51-0361-31CB-6A45A214202D}"/>
                </a:ext>
              </a:extLst>
            </p:cNvPr>
            <p:cNvSpPr/>
            <p:nvPr/>
          </p:nvSpPr>
          <p:spPr>
            <a:xfrm>
              <a:off x="0" y="0"/>
              <a:ext cx="4816592" cy="809397"/>
            </a:xfrm>
            <a:custGeom>
              <a:avLst/>
              <a:gdLst/>
              <a:ahLst/>
              <a:cxnLst/>
              <a:rect l="l" t="t" r="r" b="b"/>
              <a:pathLst>
                <a:path w="4816592" h="809397">
                  <a:moveTo>
                    <a:pt x="0" y="0"/>
                  </a:moveTo>
                  <a:lnTo>
                    <a:pt x="4816592" y="0"/>
                  </a:lnTo>
                  <a:lnTo>
                    <a:pt x="4816592" y="809397"/>
                  </a:lnTo>
                  <a:lnTo>
                    <a:pt x="0" y="809397"/>
                  </a:lnTo>
                  <a:close/>
                </a:path>
              </a:pathLst>
            </a:custGeom>
            <a:solidFill>
              <a:srgbClr val="071C42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3AF48D4F-C986-A601-CC2F-6864FE2E19F0}"/>
                </a:ext>
              </a:extLst>
            </p:cNvPr>
            <p:cNvSpPr txBox="1"/>
            <p:nvPr/>
          </p:nvSpPr>
          <p:spPr>
            <a:xfrm>
              <a:off x="0" y="-57150"/>
              <a:ext cx="4816593" cy="866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900"/>
            </a:p>
          </p:txBody>
        </p:sp>
      </p:grpSp>
      <p:sp>
        <p:nvSpPr>
          <p:cNvPr id="8" name="AutoShape 6">
            <a:extLst>
              <a:ext uri="{FF2B5EF4-FFF2-40B4-BE49-F238E27FC236}">
                <a16:creationId xmlns:a16="http://schemas.microsoft.com/office/drawing/2014/main" id="{BE399C1E-F95E-5870-2FCD-A65CB6B1A5E2}"/>
              </a:ext>
            </a:extLst>
          </p:cNvPr>
          <p:cNvSpPr/>
          <p:nvPr userDrawn="1"/>
        </p:nvSpPr>
        <p:spPr>
          <a:xfrm>
            <a:off x="1752600" y="601418"/>
            <a:ext cx="13944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900"/>
          </a:p>
        </p:txBody>
      </p:sp>
      <p:grpSp>
        <p:nvGrpSpPr>
          <p:cNvPr id="9" name="Group 22">
            <a:extLst>
              <a:ext uri="{FF2B5EF4-FFF2-40B4-BE49-F238E27FC236}">
                <a16:creationId xmlns:a16="http://schemas.microsoft.com/office/drawing/2014/main" id="{160BF9C5-93CB-8F6B-3D9A-1762BAD92A1E}"/>
              </a:ext>
            </a:extLst>
          </p:cNvPr>
          <p:cNvGrpSpPr/>
          <p:nvPr userDrawn="1"/>
        </p:nvGrpSpPr>
        <p:grpSpPr>
          <a:xfrm>
            <a:off x="1" y="9943514"/>
            <a:ext cx="4848666" cy="343488"/>
            <a:chOff x="0" y="0"/>
            <a:chExt cx="1277015" cy="90466"/>
          </a:xfrm>
        </p:grpSpPr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FC9D7FF4-59D8-2489-0852-54D67DDC88ED}"/>
                </a:ext>
              </a:extLst>
            </p:cNvPr>
            <p:cNvSpPr/>
            <p:nvPr/>
          </p:nvSpPr>
          <p:spPr>
            <a:xfrm>
              <a:off x="0" y="0"/>
              <a:ext cx="1277015" cy="90466"/>
            </a:xfrm>
            <a:custGeom>
              <a:avLst/>
              <a:gdLst/>
              <a:ahLst/>
              <a:cxnLst/>
              <a:rect l="l" t="t" r="r" b="b"/>
              <a:pathLst>
                <a:path w="1277015" h="90466">
                  <a:moveTo>
                    <a:pt x="0" y="0"/>
                  </a:moveTo>
                  <a:lnTo>
                    <a:pt x="1277015" y="0"/>
                  </a:lnTo>
                  <a:lnTo>
                    <a:pt x="1277015" y="90466"/>
                  </a:lnTo>
                  <a:lnTo>
                    <a:pt x="0" y="90466"/>
                  </a:lnTo>
                  <a:close/>
                </a:path>
              </a:pathLst>
            </a:custGeom>
            <a:solidFill>
              <a:srgbClr val="4DE1C7"/>
            </a:solidFill>
          </p:spPr>
          <p:txBody>
            <a:bodyPr/>
            <a:lstStyle/>
            <a:p>
              <a:endParaRPr lang="ko-KR" altLang="en-US" sz="900"/>
            </a:p>
          </p:txBody>
        </p:sp>
        <p:sp>
          <p:nvSpPr>
            <p:cNvPr id="11" name="TextBox 24">
              <a:extLst>
                <a:ext uri="{FF2B5EF4-FFF2-40B4-BE49-F238E27FC236}">
                  <a16:creationId xmlns:a16="http://schemas.microsoft.com/office/drawing/2014/main" id="{98D16ED3-8A81-B9C3-E8AE-B0598FA52F4E}"/>
                </a:ext>
              </a:extLst>
            </p:cNvPr>
            <p:cNvSpPr txBox="1"/>
            <p:nvPr/>
          </p:nvSpPr>
          <p:spPr>
            <a:xfrm>
              <a:off x="0" y="-57150"/>
              <a:ext cx="1277015" cy="14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sz="90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2ECEAD8D-8CBC-F6CC-456B-587F78C53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8170988"/>
            <a:ext cx="12115800" cy="1143000"/>
          </a:xfrm>
        </p:spPr>
        <p:txBody>
          <a:bodyPr>
            <a:noAutofit/>
          </a:bodyPr>
          <a:lstStyle>
            <a:lvl1pPr algn="l">
              <a:defRPr sz="5600" b="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FFA354-D3B7-AEC0-D69F-420EFC599F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rcRect l="37621" t="18152" r="22143" b="51634"/>
          <a:stretch/>
        </p:blipFill>
        <p:spPr>
          <a:xfrm>
            <a:off x="12420600" y="6743701"/>
            <a:ext cx="5867400" cy="351503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8CCC4E5-548B-4017-774C-288772298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A1CB5C5-FD7E-95AC-DFB0-FE7760B31D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600" y="-236405"/>
            <a:ext cx="2260600" cy="225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85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0851A0-56E3-8E7C-5FF4-50DC25827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8622592"/>
            <a:ext cx="1915886" cy="19117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4D35A3A-6A2B-8C9D-E197-7A85677BBE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40000"/>
          </a:blip>
          <a:srcRect l="35855" t="30674" b="27868"/>
          <a:stretch/>
        </p:blipFill>
        <p:spPr>
          <a:xfrm>
            <a:off x="0" y="5143500"/>
            <a:ext cx="9330072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48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ea typeface="Malgun Gothic" panose="020B0503020000020004" pitchFamily="34" charset="-127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2D0AF0-B8F5-0CC9-2AE8-03831801F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36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9B1586-BE59-6373-D3F4-790E1414EBA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40000"/>
          </a:blip>
          <a:srcRect t="32991" r="33365"/>
          <a:stretch/>
        </p:blipFill>
        <p:spPr>
          <a:xfrm>
            <a:off x="5949335" y="-1"/>
            <a:ext cx="12338666" cy="9335758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D63652A-8C16-2162-8AAC-4B364E0CA25C}"/>
              </a:ext>
            </a:extLst>
          </p:cNvPr>
          <p:cNvGrpSpPr/>
          <p:nvPr userDrawn="1"/>
        </p:nvGrpSpPr>
        <p:grpSpPr>
          <a:xfrm>
            <a:off x="0" y="0"/>
            <a:ext cx="18305016" cy="1714500"/>
            <a:chOff x="0" y="0"/>
            <a:chExt cx="18288000" cy="4544479"/>
          </a:xfrm>
        </p:grpSpPr>
        <p:grpSp>
          <p:nvGrpSpPr>
            <p:cNvPr id="9" name="Group 2">
              <a:extLst>
                <a:ext uri="{FF2B5EF4-FFF2-40B4-BE49-F238E27FC236}">
                  <a16:creationId xmlns:a16="http://schemas.microsoft.com/office/drawing/2014/main" id="{EC683701-CBB2-79DC-39BD-AB01158DC67B}"/>
                </a:ext>
              </a:extLst>
            </p:cNvPr>
            <p:cNvGrpSpPr/>
            <p:nvPr/>
          </p:nvGrpSpPr>
          <p:grpSpPr>
            <a:xfrm>
              <a:off x="0" y="0"/>
              <a:ext cx="18288000" cy="4544475"/>
              <a:chOff x="0" y="0"/>
              <a:chExt cx="4816593" cy="1196899"/>
            </a:xfrm>
          </p:grpSpPr>
          <p:sp>
            <p:nvSpPr>
              <p:cNvPr id="13" name="Freeform 3">
                <a:extLst>
                  <a:ext uri="{FF2B5EF4-FFF2-40B4-BE49-F238E27FC236}">
                    <a16:creationId xmlns:a16="http://schemas.microsoft.com/office/drawing/2014/main" id="{A4C5B896-97AB-C3D5-4970-515E975ED64F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1196899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196899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196899"/>
                    </a:lnTo>
                    <a:lnTo>
                      <a:pt x="0" y="1196899"/>
                    </a:lnTo>
                    <a:close/>
                  </a:path>
                </a:pathLst>
              </a:custGeom>
              <a:solidFill>
                <a:srgbClr val="071C42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CD21EA0B-A643-C2F0-BD82-AE10F26389C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4816593" cy="12540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900"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01617CF8-C500-63B5-D46B-0EA9594DE268}"/>
                </a:ext>
              </a:extLst>
            </p:cNvPr>
            <p:cNvGrpSpPr/>
            <p:nvPr/>
          </p:nvGrpSpPr>
          <p:grpSpPr>
            <a:xfrm>
              <a:off x="0" y="3983997"/>
              <a:ext cx="9144000" cy="560482"/>
              <a:chOff x="0" y="-57150"/>
              <a:chExt cx="2408296" cy="147617"/>
            </a:xfrm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60E026CB-A973-0BC2-D5C3-A70EAE8C2E08}"/>
                  </a:ext>
                </a:extLst>
              </p:cNvPr>
              <p:cNvSpPr/>
              <p:nvPr/>
            </p:nvSpPr>
            <p:spPr>
              <a:xfrm>
                <a:off x="0" y="1"/>
                <a:ext cx="2408296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408296" h="90466">
                    <a:moveTo>
                      <a:pt x="0" y="0"/>
                    </a:moveTo>
                    <a:lnTo>
                      <a:pt x="2408296" y="0"/>
                    </a:lnTo>
                    <a:lnTo>
                      <a:pt x="2408296" y="90466"/>
                    </a:lnTo>
                    <a:lnTo>
                      <a:pt x="0" y="90466"/>
                    </a:lnTo>
                    <a:close/>
                  </a:path>
                </a:pathLst>
              </a:custGeom>
              <a:solidFill>
                <a:srgbClr val="4DE1C7"/>
              </a:solidFill>
            </p:spPr>
            <p:txBody>
              <a:bodyPr/>
              <a:lstStyle/>
              <a:p>
                <a:endParaRPr lang="ko-KR" altLang="en-US" sz="900"/>
              </a:p>
            </p:txBody>
          </p:sp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F8250C09-06D1-2038-551B-DA6B3F8C7B7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408296" cy="147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sz="900"/>
              </a:p>
            </p:txBody>
          </p:sp>
        </p:grpSp>
      </p:grpSp>
      <p:pic>
        <p:nvPicPr>
          <p:cNvPr id="19" name="그림 3" descr="교통, 드론, 항공기, 무선 조종 완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F8354A1-7B96-C543-902F-C06F06D35DB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4700"/>
                    </a14:imgEffect>
                    <a14:imgEffect>
                      <a14:saturation sat="8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207" y="177895"/>
            <a:ext cx="2768794" cy="13843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5E3DED-38F7-5504-4F61-7AB1CFC9A70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50000"/>
          </a:blip>
          <a:srcRect l="43875" t="32229" b="18537"/>
          <a:stretch/>
        </p:blipFill>
        <p:spPr>
          <a:xfrm>
            <a:off x="-2" y="0"/>
            <a:ext cx="4003368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5400"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5400" b="0">
                <a:solidFill>
                  <a:schemeClr val="tx1"/>
                </a:solidFill>
                <a:latin typeface="Poppins Bold" panose="00000800000000000000" charset="0"/>
                <a:cs typeface="Poppins Bold" panose="000008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081C91-7A1C-602F-682E-612C4C2C1D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97646"/>
            <a:ext cx="17068800" cy="7565456"/>
          </a:xfrm>
        </p:spPr>
        <p:txBody>
          <a:bodyPr>
            <a:normAutofit/>
          </a:bodyPr>
          <a:lstStyle>
            <a:lvl1pPr>
              <a:defRPr sz="48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4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40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3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3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97646"/>
            <a:ext cx="17068800" cy="756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002000" y="9743983"/>
            <a:ext cx="2133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18474"/>
            <a:ext cx="1706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그림 6" descr="폰트, 그래픽, 로고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F58438B-FD30-BA47-20BE-E100137A4F9B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7792" y="1"/>
            <a:ext cx="1697220" cy="1693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65" r:id="rId3"/>
    <p:sldLayoutId id="2147483676" r:id="rId4"/>
    <p:sldLayoutId id="2147483661" r:id="rId5"/>
    <p:sldLayoutId id="2147483677" r:id="rId6"/>
    <p:sldLayoutId id="2147483666" r:id="rId7"/>
    <p:sldLayoutId id="2147483680" r:id="rId8"/>
    <p:sldLayoutId id="2147483664" r:id="rId9"/>
    <p:sldLayoutId id="2147483678" r:id="rId10"/>
    <p:sldLayoutId id="2147483663" r:id="rId11"/>
    <p:sldLayoutId id="2147483679" r:id="rId12"/>
    <p:sldLayoutId id="2147483674" r:id="rId13"/>
    <p:sldLayoutId id="2147483675" r:id="rId14"/>
    <p:sldLayoutId id="2147483670" r:id="rId15"/>
    <p:sldLayoutId id="2147483671" r:id="rId16"/>
    <p:sldLayoutId id="2147483672" r:id="rId17"/>
    <p:sldLayoutId id="2147483668" r:id="rId18"/>
    <p:sldLayoutId id="2147483681" r:id="rId19"/>
    <p:sldLayoutId id="2147483669" r:id="rId20"/>
    <p:sldLayoutId id="2147483673" r:id="rId21"/>
    <p:sldLayoutId id="2147483650" r:id="rId22"/>
    <p:sldLayoutId id="2147483654" r:id="rId23"/>
    <p:sldLayoutId id="2147483655" r:id="rId24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8168-7910-8964-B7E9-57B6E40FD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Poppins Bold" panose="00000800000000000000" charset="0"/>
                <a:cs typeface="Poppins Bold" panose="00000800000000000000" charset="0"/>
              </a:rPr>
              <a:t>End-to-End Quadrotor Position Control via Proximal Policy Optimization with Direct Motor Actuation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9DB88-712A-AF62-D053-C5A6697E51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Adrian Ferdinand Jotham, Muhammad Wicaksono, Soo Young Shin</a:t>
            </a:r>
          </a:p>
          <a:p>
            <a:r>
              <a:rPr lang="en-US" sz="2000" dirty="0"/>
              <a:t>Dept. IT Convergence Engineering</a:t>
            </a:r>
          </a:p>
          <a:p>
            <a:r>
              <a:rPr lang="en-US" sz="2000" dirty="0"/>
              <a:t>Kumoh National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82718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B59369-0F3B-45BA-02E4-C002EDBFAC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9203" y="2921000"/>
            <a:ext cx="5443438" cy="2794000"/>
          </a:xfrm>
        </p:spPr>
        <p:txBody>
          <a:bodyPr>
            <a:noAutofit/>
          </a:bodyPr>
          <a:lstStyle/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Classical control: 4 tuned layers (planner → position → attitude → motor mixer), each brittle to unmodelled dynamics.</a:t>
            </a:r>
          </a:p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RL collapses all layers into one neural network — sensors map directly to motor commands.</a:t>
            </a:r>
          </a:p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Direct-RPM is the hardest variant: every layer must be learned from one reward signal.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40ACC-3399-BC09-C9E8-517C97AF0B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800" b="1" dirty="0"/>
              <a:t>1. Reward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2C2DA-7C89-77FF-09D8-73F2BA99CF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Potential-based approach term gives a dense transit gradient toward the goal.</a:t>
            </a:r>
          </a:p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Velocity-gated hover bonus rewards arrival without overshoot.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A41F4-3039-D5DC-69C4-F95146C30F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800" b="1" dirty="0"/>
              <a:t>2. Training Progression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7266F2-4D72-D4FF-6B76-3EDC48AAAE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Training from 3M → 40M environment steps.</a:t>
            </a:r>
          </a:p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Two spawn regimes: clean-start and full curriculum randomisation.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F5CF7B-141E-E5FA-DE1E-57113A8942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 b="1" dirty="0"/>
              <a:t>3. Robustness Gap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FA4754-193E-4200-25F9-7D7F50F47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Distance-stratified success rates show graceful degradation with target distance.</a:t>
            </a:r>
          </a:p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Robustness gap narrows monotonically: 47.1 → 28.3 pp.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7E696F3-1960-3B63-2120-667AD2C213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1800" b="1" dirty="0"/>
              <a:t>4. Open Environment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4B1D09-0619-3D0F-7C2E-C4B45A592E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Open Crazyflie 2.x training environment.</a:t>
            </a:r>
          </a:p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Newton GPU physics + Stable-Baselines3 PPO.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3C89740-61A7-3349-7DA4-7069D040D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Introduction &amp; Contributions</a:t>
            </a:r>
          </a:p>
        </p:txBody>
      </p:sp>
      <p:pic>
        <p:nvPicPr>
          <p:cNvPr id="12" name="Graphic 12" descr="Reward desig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3500" y="660400"/>
            <a:ext cx="431800" cy="431800"/>
          </a:xfrm>
          <a:prstGeom prst="rect">
            <a:avLst/>
          </a:prstGeom>
        </p:spPr>
      </p:pic>
      <p:pic>
        <p:nvPicPr>
          <p:cNvPr id="13" name="Graphic 13" descr="Robustnes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3500" y="5880100"/>
            <a:ext cx="431800" cy="431800"/>
          </a:xfrm>
          <a:prstGeom prst="rect">
            <a:avLst/>
          </a:prstGeom>
        </p:spPr>
      </p:pic>
      <p:pic>
        <p:nvPicPr>
          <p:cNvPr id="14" name="Graphic 14" descr="Training progre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06400" y="660400"/>
            <a:ext cx="431800" cy="431800"/>
          </a:xfrm>
          <a:prstGeom prst="rect">
            <a:avLst/>
          </a:prstGeom>
        </p:spPr>
      </p:pic>
      <p:pic>
        <p:nvPicPr>
          <p:cNvPr id="15" name="Graphic 15" descr="Open environ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06400" y="58801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64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CAADB-10FB-B48A-CF27-B647E7F1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E5109F-3AB5-4E3D-EAAE-57A8DF3642FA}"/>
              </a:ext>
            </a:extLst>
          </p:cNvPr>
          <p:cNvSpPr/>
          <p:nvPr/>
        </p:nvSpPr>
        <p:spPr>
          <a:xfrm>
            <a:off x="3657602" y="7443063"/>
            <a:ext cx="9753600" cy="168996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Poppins Bold" panose="00000800000000000000" charset="0"/>
                <a:cs typeface="Poppins Bold" panose="00000800000000000000" charset="0"/>
              </a:rPr>
              <a:t>NEURAL NETWORK</a:t>
            </a:r>
          </a:p>
          <a:p>
            <a:pPr algn="ctr"/>
            <a:r>
              <a:rPr lang="en-US" sz="2000" dirty="0">
                <a:latin typeface="Poppins Bold" panose="00000800000000000000" charset="0"/>
                <a:cs typeface="Poppins Bold" panose="00000800000000000000" charset="0"/>
              </a:rPr>
              <a:t>Multi Layer Perceptron (22 x 128 x 128 x 4)</a:t>
            </a:r>
          </a:p>
          <a:p>
            <a:pPr algn="ctr"/>
            <a:endParaRPr lang="en-US" sz="900" dirty="0"/>
          </a:p>
          <a:p>
            <a:pPr algn="ctr"/>
            <a:endParaRPr lang="en-US" sz="900" dirty="0"/>
          </a:p>
          <a:p>
            <a:pPr algn="ctr"/>
            <a:endParaRPr lang="en-ID" sz="9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B8058D-8631-4038-0ABC-B0A17A1D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System Comparison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209A-ACC9-7D8B-F295-71677F96D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94368"/>
            <a:ext cx="10439400" cy="274398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D93D54-D915-B4B1-1C2C-F8DB9FC7D68B}"/>
              </a:ext>
            </a:extLst>
          </p:cNvPr>
          <p:cNvSpPr/>
          <p:nvPr/>
        </p:nvSpPr>
        <p:spPr>
          <a:xfrm>
            <a:off x="5025085" y="6633180"/>
            <a:ext cx="1762898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Sensors</a:t>
            </a:r>
            <a:endParaRPr lang="en-ID" sz="1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643DAB-7672-31B0-B266-697D2F3B7872}"/>
              </a:ext>
            </a:extLst>
          </p:cNvPr>
          <p:cNvSpPr/>
          <p:nvPr/>
        </p:nvSpPr>
        <p:spPr>
          <a:xfrm>
            <a:off x="7652953" y="6633180"/>
            <a:ext cx="1762898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oppins Medium" panose="00000600000000000000" pitchFamily="2" charset="0"/>
                <a:cs typeface="Poppins Medium" panose="00000600000000000000" pitchFamily="2" charset="0"/>
              </a:rPr>
              <a:t>Position &amp; Attitude Estimator</a:t>
            </a:r>
            <a:endParaRPr lang="en-ID" sz="12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0CA57D-E873-C33C-A4D9-4BE6ACEA1B5F}"/>
              </a:ext>
            </a:extLst>
          </p:cNvPr>
          <p:cNvSpPr/>
          <p:nvPr/>
        </p:nvSpPr>
        <p:spPr>
          <a:xfrm>
            <a:off x="6559895" y="8486520"/>
            <a:ext cx="1762898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Position Controller</a:t>
            </a:r>
            <a:endParaRPr lang="en-ID" sz="1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1CA57-BFFB-2C4A-A7A1-C00A6C45CDEB}"/>
              </a:ext>
            </a:extLst>
          </p:cNvPr>
          <p:cNvSpPr txBox="1"/>
          <p:nvPr/>
        </p:nvSpPr>
        <p:spPr>
          <a:xfrm>
            <a:off x="304800" y="3278311"/>
            <a:ext cx="3733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Poppins Bold" panose="00000800000000000000" charset="0"/>
                <a:cs typeface="Poppins Bold" panose="00000800000000000000" charset="0"/>
              </a:rPr>
              <a:t>Classical Control Architecture</a:t>
            </a:r>
            <a:endParaRPr lang="en-ID" sz="3200" dirty="0">
              <a:latin typeface="Poppins Bold" panose="00000800000000000000" charset="0"/>
              <a:cs typeface="Poppins Bold" panose="00000800000000000000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766F064-31AB-1F40-5CED-F2C56D26BD7B}"/>
              </a:ext>
            </a:extLst>
          </p:cNvPr>
          <p:cNvCxnSpPr/>
          <p:nvPr/>
        </p:nvCxnSpPr>
        <p:spPr>
          <a:xfrm>
            <a:off x="0" y="5753100"/>
            <a:ext cx="1828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6E9E5CC-E5FD-AC3E-7558-CB0044F6AE65}"/>
              </a:ext>
            </a:extLst>
          </p:cNvPr>
          <p:cNvSpPr txBox="1"/>
          <p:nvPr/>
        </p:nvSpPr>
        <p:spPr>
          <a:xfrm>
            <a:off x="304800" y="6658233"/>
            <a:ext cx="3733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Poppins Bold" panose="00000800000000000000" charset="0"/>
                <a:cs typeface="Poppins Bold" panose="00000800000000000000" charset="0"/>
              </a:rPr>
              <a:t>End to End Control Architecture</a:t>
            </a:r>
            <a:endParaRPr lang="en-ID" sz="3200" dirty="0">
              <a:latin typeface="Poppins Bold" panose="00000800000000000000" charset="0"/>
              <a:cs typeface="Poppins Bold" panose="00000800000000000000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0DDD13-FEA6-FD78-DF78-5A62721FC437}"/>
              </a:ext>
            </a:extLst>
          </p:cNvPr>
          <p:cNvSpPr/>
          <p:nvPr/>
        </p:nvSpPr>
        <p:spPr>
          <a:xfrm>
            <a:off x="8909221" y="8486520"/>
            <a:ext cx="1762898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Attitude &amp; Rate Controller</a:t>
            </a:r>
            <a:endParaRPr lang="en-ID" sz="1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285F117-761B-530E-0A65-ED16DC4E5DA6}"/>
              </a:ext>
            </a:extLst>
          </p:cNvPr>
          <p:cNvSpPr/>
          <p:nvPr/>
        </p:nvSpPr>
        <p:spPr>
          <a:xfrm>
            <a:off x="11225083" y="8486520"/>
            <a:ext cx="1762898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Mixer</a:t>
            </a:r>
            <a:endParaRPr lang="en-ID" sz="1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307FF97-17A1-51A3-2853-6C8430D406D1}"/>
              </a:ext>
            </a:extLst>
          </p:cNvPr>
          <p:cNvSpPr/>
          <p:nvPr/>
        </p:nvSpPr>
        <p:spPr>
          <a:xfrm>
            <a:off x="4210569" y="8486520"/>
            <a:ext cx="1762898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Navigator</a:t>
            </a:r>
            <a:endParaRPr lang="en-ID" sz="1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16D128-54EF-D6F4-78CB-156329CFBCC8}"/>
              </a:ext>
            </a:extLst>
          </p:cNvPr>
          <p:cNvSpPr/>
          <p:nvPr/>
        </p:nvSpPr>
        <p:spPr>
          <a:xfrm>
            <a:off x="14016167" y="8059442"/>
            <a:ext cx="1762898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Actuator</a:t>
            </a:r>
            <a:endParaRPr lang="en-ID" sz="1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51FC22-78AF-7DE3-F60C-F1E2520E1AEF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13411202" y="8288043"/>
            <a:ext cx="60496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2A7B2C-9B81-2D21-5AA6-B252DC759969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787982" y="6861780"/>
            <a:ext cx="864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Multilayer Neural Network Icon by Pike Picture – download in PNG, SVG">
            <a:extLst>
              <a:ext uri="{FF2B5EF4-FFF2-40B4-BE49-F238E27FC236}">
                <a16:creationId xmlns:a16="http://schemas.microsoft.com/office/drawing/2014/main" id="{68FF2682-4ECD-D3B1-7AAB-BAF309FE5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9965" y="7514541"/>
            <a:ext cx="853134" cy="853134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FD0EFF7-E688-0022-17DB-05146852B75C}"/>
              </a:ext>
            </a:extLst>
          </p:cNvPr>
          <p:cNvCxnSpPr>
            <a:stCxn id="10" idx="2"/>
            <a:endCxn id="19" idx="0"/>
          </p:cNvCxnSpPr>
          <p:nvPr/>
        </p:nvCxnSpPr>
        <p:spPr>
          <a:xfrm>
            <a:off x="8534402" y="7090380"/>
            <a:ext cx="0" cy="352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F718725-E4AE-BBAA-756F-1A2CCCFD1DF5}"/>
              </a:ext>
            </a:extLst>
          </p:cNvPr>
          <p:cNvSpPr txBox="1"/>
          <p:nvPr/>
        </p:nvSpPr>
        <p:spPr>
          <a:xfrm>
            <a:off x="12925048" y="4806688"/>
            <a:ext cx="11432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Src</a:t>
            </a:r>
            <a:r>
              <a:rPr lang="en-US" sz="900" dirty="0"/>
              <a:t> : PX4 Flight Stack</a:t>
            </a:r>
            <a:endParaRPr lang="en-ID" sz="900" dirty="0"/>
          </a:p>
        </p:txBody>
      </p:sp>
    </p:spTree>
    <p:extLst>
      <p:ext uri="{BB962C8B-B14F-4D97-AF65-F5344CB8AC3E}">
        <p14:creationId xmlns:p14="http://schemas.microsoft.com/office/powerpoint/2010/main" val="428310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6E76-B889-86A1-FC0A-87C8BBFD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1384"/>
            <a:ext cx="7086600" cy="1143000"/>
          </a:xfrm>
        </p:spPr>
        <p:txBody>
          <a:bodyPr/>
          <a:lstStyle/>
          <a:p>
            <a:r>
              <a:rPr lang="en-US" sz="3200" dirty="0"/>
              <a:t>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B6AF8-5223-DA55-4F64-01641A5D87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800" y="1611313"/>
            <a:ext cx="7067550" cy="1430338"/>
          </a:xfrm>
        </p:spPr>
        <p:txBody>
          <a:bodyPr>
            <a:noAutofit/>
          </a:bodyPr>
          <a:lstStyle/>
          <a:p>
            <a:pPr marL="285750" indent="-285750">
              <a:lnSpc>
                <a:spcPts val="2900"/>
              </a:lnSpc>
              <a:spcBef>
                <a:spcPts val="200"/>
              </a:spcBef>
              <a:buFont typeface="Arial"/>
              <a:buChar char="•"/>
            </a:pPr>
            <a:r>
              <a:rPr lang="en-US" sz="2500" dirty="0"/>
              <a:t>End-to-end: obs → PPO → motor RPM.</a:t>
            </a:r>
          </a:p>
          <a:p>
            <a:pPr marL="285750" indent="-285750">
              <a:lnSpc>
                <a:spcPts val="2900"/>
              </a:lnSpc>
              <a:spcBef>
                <a:spcPts val="200"/>
              </a:spcBef>
              <a:buFont typeface="Arial"/>
              <a:buChar char="•"/>
            </a:pPr>
            <a:r>
              <a:rPr lang="en-US" sz="2500" dirty="0"/>
              <a:t>Shared 2 × 256 MLP, actor + critic heads.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75F43-83B7-6345-525E-80BD0B1A64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800" b="1" dirty="0"/>
              <a:t>Simulation Environment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D6A119-314B-D094-5141-BA574E0DC3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lnSpc>
                <a:spcPts val="3000"/>
              </a:lnSpc>
              <a:spcBef>
                <a:spcPts val="300"/>
              </a:spcBef>
              <a:buFont typeface="Arial"/>
              <a:buChar char="•"/>
            </a:pPr>
            <a:r>
              <a:rPr lang="en-US" sz="2500" dirty="0"/>
              <a:t>100 Hz Newton GPU integration.</a:t>
            </a:r>
          </a:p>
          <a:p>
            <a:pPr marL="285750" indent="-285750">
              <a:lnSpc>
                <a:spcPts val="3000"/>
              </a:lnSpc>
              <a:spcBef>
                <a:spcPts val="300"/>
              </a:spcBef>
              <a:buFont typeface="Arial"/>
              <a:buChar char="•"/>
            </a:pPr>
            <a:r>
              <a:rPr lang="en-US" sz="2500" dirty="0"/>
              <a:t>Motor lag  </a:t>
            </a:r>
            <a:r>
              <a:rPr lang="en-US" sz="2500" i="1" dirty="0"/>
              <a:t>τ</a:t>
            </a:r>
            <a:r>
              <a:rPr lang="en-US" sz="2500" dirty="0"/>
              <a:t> = 0.15 s  (1st-order LPF).</a:t>
            </a:r>
          </a:p>
          <a:p>
            <a:pPr marL="285750" indent="-285750">
              <a:lnSpc>
                <a:spcPts val="3000"/>
              </a:lnSpc>
              <a:spcBef>
                <a:spcPts val="300"/>
              </a:spcBef>
              <a:buFont typeface="Arial"/>
              <a:buChar char="•"/>
            </a:pPr>
            <a:r>
              <a:rPr lang="en-US" sz="2500" dirty="0"/>
              <a:t>16 parallel envs.</a:t>
            </a:r>
          </a:p>
          <a:p>
            <a:pPr marL="285750" indent="-285750">
              <a:lnSpc>
                <a:spcPts val="3000"/>
              </a:lnSpc>
              <a:spcBef>
                <a:spcPts val="300"/>
              </a:spcBef>
              <a:buFont typeface="Arial"/>
              <a:buChar char="•"/>
            </a:pPr>
            <a:r>
              <a:rPr lang="en-US" sz="2500" dirty="0"/>
              <a:t>Episodes ≤ 800 steps  (8 s).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2C035A-F19A-2EDD-B0A5-882521193E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2200" b="1" dirty="0"/>
              <a:t>Network Architecture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A7BA7D-F745-CD8A-8F77-06C308766C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>
              <a:buNone/>
            </a:pPr>
            <a:endParaRPr lang="en-US" sz="10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F481B6-05F1-DF93-EEB8-B95B43B32B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 b="1" dirty="0"/>
              <a:t>PPO Configuration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677DA18-F866-DD08-F911-DA20FF67B0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285750" indent="-285750">
              <a:lnSpc>
                <a:spcPts val="3000"/>
              </a:lnSpc>
              <a:spcBef>
                <a:spcPts val="300"/>
              </a:spcBef>
              <a:buFont typeface="Arial"/>
              <a:buChar char="•"/>
            </a:pPr>
            <a:r>
              <a:rPr lang="en-US" sz="2500" dirty="0"/>
              <a:t>SB3 PPO, MLP 2 × 256 (tanh).</a:t>
            </a:r>
          </a:p>
          <a:p>
            <a:pPr marL="285750" indent="-285750">
              <a:lnSpc>
                <a:spcPts val="3000"/>
              </a:lnSpc>
              <a:spcBef>
                <a:spcPts val="300"/>
              </a:spcBef>
              <a:buFont typeface="Arial"/>
              <a:buChar char="•"/>
            </a:pPr>
            <a:r>
              <a:rPr lang="en-US" sz="2500" dirty="0"/>
              <a:t>Rollout 2,048;  batch 64.</a:t>
            </a:r>
          </a:p>
          <a:p>
            <a:pPr marL="285750" indent="-285750">
              <a:lnSpc>
                <a:spcPts val="3000"/>
              </a:lnSpc>
              <a:spcBef>
                <a:spcPts val="300"/>
              </a:spcBef>
              <a:buFont typeface="Arial"/>
              <a:buChar char="•"/>
            </a:pPr>
            <a:r>
              <a:rPr lang="en-US" sz="2500" i="1" dirty="0"/>
              <a:t>γ</a:t>
            </a:r>
            <a:r>
              <a:rPr lang="en-US" sz="2500" dirty="0"/>
              <a:t> = 0.99,  </a:t>
            </a:r>
            <a:r>
              <a:rPr lang="en-US" sz="2500" i="1" dirty="0"/>
              <a:t>λ</a:t>
            </a:r>
            <a:r>
              <a:rPr lang="en-US" sz="2500" dirty="0"/>
              <a:t> = 0.95.</a:t>
            </a:r>
          </a:p>
          <a:p>
            <a:pPr marL="285750" indent="-285750">
              <a:lnSpc>
                <a:spcPts val="3000"/>
              </a:lnSpc>
              <a:spcBef>
                <a:spcPts val="300"/>
              </a:spcBef>
              <a:buFont typeface="Arial"/>
              <a:buChar char="•"/>
            </a:pPr>
            <a:r>
              <a:rPr lang="en-US" sz="2500" dirty="0"/>
              <a:t>clip = 0.2,  ent = 0.005.</a:t>
            </a:r>
          </a:p>
        </p:txBody>
      </p:sp>
      <p:pic>
        <p:nvPicPr>
          <p:cNvPr id="11" name="Graphic 11" descr="Observation and ac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3700" y="5880100"/>
            <a:ext cx="431800" cy="431800"/>
          </a:xfrm>
          <a:prstGeom prst="rect">
            <a:avLst/>
          </a:prstGeom>
        </p:spPr>
      </p:pic>
      <p:pic>
        <p:nvPicPr>
          <p:cNvPr id="12" name="Graphic 12" descr="Simulation environ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5880100"/>
            <a:ext cx="431800" cy="431800"/>
          </a:xfrm>
          <a:prstGeom prst="rect">
            <a:avLst/>
          </a:prstGeom>
        </p:spPr>
      </p:pic>
      <p:pic>
        <p:nvPicPr>
          <p:cNvPr id="13" name="Graphic 13" descr="PPO neural netwo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88900" y="5880100"/>
            <a:ext cx="431800" cy="431800"/>
          </a:xfrm>
          <a:prstGeom prst="rect">
            <a:avLst/>
          </a:prstGeom>
        </p:spPr>
      </p:pic>
      <p:sp>
        <p:nvSpPr>
          <p:cNvPr id="15" name="TableCaption">
            <a:extLst>
              <a:ext uri="{FF2B5EF4-FFF2-40B4-BE49-F238E27FC236}">
                <a16:creationId xmlns:a16="http://schemas.microsoft.com/office/drawing/2014/main" id="{7BB769E9-0EC6-4689-B355-ED22EDF7CBFE}"/>
              </a:ext>
            </a:extLst>
          </p:cNvPr>
          <p:cNvSpPr txBox="1"/>
          <p:nvPr/>
        </p:nvSpPr>
        <p:spPr>
          <a:xfrm>
            <a:off x="9270626" y="596301"/>
            <a:ext cx="8382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1F4E79"/>
                </a:solidFill>
              </a:rPr>
              <a:t>Table 1. Crazyflie 2.x Parameters</a:t>
            </a:r>
          </a:p>
        </p:txBody>
      </p:sp>
      <p:graphicFrame>
        <p:nvGraphicFramePr>
          <p:cNvPr id="17" name="ParamsTable">
            <a:extLst>
              <a:ext uri="{FF2B5EF4-FFF2-40B4-BE49-F238E27FC236}">
                <a16:creationId xmlns:a16="http://schemas.microsoft.com/office/drawing/2014/main" id="{BCD0695F-452E-4628-8C31-97A4BF2F1E3B}"/>
              </a:ext>
            </a:extLst>
          </p:cNvPr>
          <p:cNvGraphicFramePr>
            <a:graphicFrameLocks noGrp="1"/>
          </p:cNvGraphicFramePr>
          <p:nvPr/>
        </p:nvGraphicFramePr>
        <p:xfrm>
          <a:off x="9270626" y="1151368"/>
          <a:ext cx="83820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626321239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1119356536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Parameter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Value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294248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27 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98024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Arm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32.5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46187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1" dirty="0"/>
                        <a:t>I</a:t>
                      </a:r>
                      <a:r>
                        <a:rPr lang="en-US" sz="2000" b="1" baseline="-25000" dirty="0"/>
                        <a:t>xx</a:t>
                      </a:r>
                      <a:r>
                        <a:rPr lang="en-US" sz="2000" b="1" dirty="0"/>
                        <a:t> = </a:t>
                      </a:r>
                      <a:r>
                        <a:rPr lang="en-US" sz="2000" b="1" i="1" dirty="0"/>
                        <a:t>I</a:t>
                      </a:r>
                      <a:r>
                        <a:rPr lang="en-US" sz="2000" b="1" baseline="-25000" dirty="0"/>
                        <a:t>yy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1.657 × 10</a:t>
                      </a:r>
                      <a:r>
                        <a:rPr lang="en-US" sz="2000" baseline="30000" dirty="0"/>
                        <a:t>−5</a:t>
                      </a:r>
                      <a:r>
                        <a:rPr lang="en-US" sz="2000" dirty="0"/>
                        <a:t> kg·m</a:t>
                      </a:r>
                      <a:r>
                        <a:rPr lang="en-US" sz="2000" baseline="30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861624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1" dirty="0"/>
                        <a:t>I</a:t>
                      </a:r>
                      <a:r>
                        <a:rPr lang="en-US" sz="2000" b="1" baseline="-25000" dirty="0"/>
                        <a:t>zz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2.900 × 10</a:t>
                      </a:r>
                      <a:r>
                        <a:rPr lang="en-US" sz="2000" baseline="30000" dirty="0"/>
                        <a:t>−5</a:t>
                      </a:r>
                      <a:r>
                        <a:rPr lang="en-US" sz="2000" dirty="0"/>
                        <a:t> kg·m</a:t>
                      </a:r>
                      <a:r>
                        <a:rPr lang="en-US" sz="2000" baseline="30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71387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1" dirty="0"/>
                        <a:t>K</a:t>
                      </a:r>
                      <a:r>
                        <a:rPr lang="en-US" sz="2000" b="1" baseline="-25000" dirty="0"/>
                        <a:t>T</a:t>
                      </a:r>
                      <a:r>
                        <a:rPr lang="en-US" sz="2000" b="1" dirty="0"/>
                        <a:t>   (thrust)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3.16 × 10</a:t>
                      </a:r>
                      <a:r>
                        <a:rPr lang="en-US" sz="2000" baseline="30000" dirty="0"/>
                        <a:t>−10</a:t>
                      </a:r>
                      <a:r>
                        <a:rPr lang="en-US" sz="2000" dirty="0"/>
                        <a:t> N / RPM</a:t>
                      </a:r>
                      <a:r>
                        <a:rPr lang="en-US" sz="2000" baseline="30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512007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1" dirty="0"/>
                        <a:t>K</a:t>
                      </a:r>
                      <a:r>
                        <a:rPr lang="en-US" sz="2000" b="1" baseline="-25000" dirty="0"/>
                        <a:t>D</a:t>
                      </a:r>
                      <a:r>
                        <a:rPr lang="en-US" sz="2000" b="1" dirty="0"/>
                        <a:t>   (drag)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7.94 × 10</a:t>
                      </a:r>
                      <a:r>
                        <a:rPr lang="en-US" sz="2000" baseline="30000" dirty="0"/>
                        <a:t>−12</a:t>
                      </a:r>
                      <a:r>
                        <a:rPr lang="en-US" sz="2000" dirty="0"/>
                        <a:t> N·m / RPM</a:t>
                      </a:r>
                      <a:r>
                        <a:rPr lang="en-US" sz="2000" baseline="30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79132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Hover RPM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≈ 14,476 RPM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14764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FE080A-EC2D-4172-8DFB-E1B07929A5EA}"/>
              </a:ext>
            </a:extLst>
          </p:cNvPr>
          <p:cNvSpPr/>
          <p:nvPr/>
        </p:nvSpPr>
        <p:spPr>
          <a:xfrm>
            <a:off x="7664450" y="6883400"/>
            <a:ext cx="2794000" cy="4318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F4E7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D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Observation  (22D)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CAFDEF5-96CE-492F-A579-FE98D84C08F5}"/>
              </a:ext>
            </a:extLst>
          </p:cNvPr>
          <p:cNvSpPr/>
          <p:nvPr/>
        </p:nvSpPr>
        <p:spPr>
          <a:xfrm>
            <a:off x="8921750" y="7340600"/>
            <a:ext cx="279400" cy="203200"/>
          </a:xfrm>
          <a:prstGeom prst="downArrow">
            <a:avLst/>
          </a:prstGeom>
          <a:solidFill>
            <a:srgbClr val="1F4E7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D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2DA738-825A-4EA5-8473-1A9CF9A07144}"/>
              </a:ext>
            </a:extLst>
          </p:cNvPr>
          <p:cNvSpPr/>
          <p:nvPr/>
        </p:nvSpPr>
        <p:spPr>
          <a:xfrm>
            <a:off x="7664450" y="7569200"/>
            <a:ext cx="2794000" cy="431800"/>
          </a:xfrm>
          <a:prstGeom prst="roundRect">
            <a:avLst/>
          </a:prstGeom>
          <a:solidFill>
            <a:srgbClr val="1F4E79"/>
          </a:solidFill>
          <a:ln w="19050" cap="flat" cmpd="sng" algn="ctr">
            <a:solidFill>
              <a:srgbClr val="1F4E7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D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Linear  256 + tanh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E95A552-D060-4BF9-9D6B-D20297F5BC54}"/>
              </a:ext>
            </a:extLst>
          </p:cNvPr>
          <p:cNvSpPr/>
          <p:nvPr/>
        </p:nvSpPr>
        <p:spPr>
          <a:xfrm>
            <a:off x="8921750" y="8026400"/>
            <a:ext cx="279400" cy="203200"/>
          </a:xfrm>
          <a:prstGeom prst="downArrow">
            <a:avLst/>
          </a:prstGeom>
          <a:solidFill>
            <a:srgbClr val="1F4E7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F3BAF21-81A2-4F7F-BC85-7435D13CF657}"/>
              </a:ext>
            </a:extLst>
          </p:cNvPr>
          <p:cNvSpPr/>
          <p:nvPr/>
        </p:nvSpPr>
        <p:spPr>
          <a:xfrm>
            <a:off x="7664450" y="8255000"/>
            <a:ext cx="2794000" cy="431800"/>
          </a:xfrm>
          <a:prstGeom prst="roundRect">
            <a:avLst/>
          </a:prstGeom>
          <a:solidFill>
            <a:srgbClr val="1F4E79"/>
          </a:solidFill>
          <a:ln w="19050" cap="flat" cmpd="sng" algn="ctr">
            <a:solidFill>
              <a:srgbClr val="1F4E7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D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Linear  256 + tanh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0B28311E-E4A8-422C-AAFE-80D5ED026A4E}"/>
              </a:ext>
            </a:extLst>
          </p:cNvPr>
          <p:cNvSpPr/>
          <p:nvPr/>
        </p:nvSpPr>
        <p:spPr>
          <a:xfrm>
            <a:off x="8921750" y="8712200"/>
            <a:ext cx="279400" cy="203200"/>
          </a:xfrm>
          <a:prstGeom prst="downArrow">
            <a:avLst/>
          </a:prstGeom>
          <a:solidFill>
            <a:srgbClr val="1F4E7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D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07A59D-00C1-4F4D-9965-7250386E776A}"/>
              </a:ext>
            </a:extLst>
          </p:cNvPr>
          <p:cNvSpPr/>
          <p:nvPr/>
        </p:nvSpPr>
        <p:spPr>
          <a:xfrm>
            <a:off x="7664450" y="8940800"/>
            <a:ext cx="2794000" cy="431800"/>
          </a:xfrm>
          <a:prstGeom prst="roundRect">
            <a:avLst/>
          </a:prstGeom>
          <a:solidFill>
            <a:srgbClr val="2E75B6"/>
          </a:solidFill>
          <a:ln w="19050" cap="flat" cmpd="sng" algn="ctr">
            <a:solidFill>
              <a:srgbClr val="1F4E7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Actor (4D)   |   Critic V(s)</a:t>
            </a:r>
            <a:endParaRPr lang="en-ID" sz="13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PPOPanel">
            <a:extLst>
              <a:ext uri="{FF2B5EF4-FFF2-40B4-BE49-F238E27FC236}">
                <a16:creationId xmlns:a16="http://schemas.microsoft.com/office/drawing/2014/main" id="{F01B939A-CA7C-443D-BE48-E9E09AB775CF}"/>
              </a:ext>
            </a:extLst>
          </p:cNvPr>
          <p:cNvSpPr/>
          <p:nvPr/>
        </p:nvSpPr>
        <p:spPr>
          <a:xfrm>
            <a:off x="308061" y="2644835"/>
            <a:ext cx="7454900" cy="2006600"/>
          </a:xfrm>
          <a:prstGeom prst="roundRect">
            <a:avLst/>
          </a:prstGeom>
          <a:solidFill>
            <a:srgbClr val="F2F6FB"/>
          </a:solidFill>
          <a:ln w="15875" cap="flat" cmpd="sng" algn="ctr">
            <a:solidFill>
              <a:srgbClr val="1F4E7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endParaRPr lang="en-ID"/>
          </a:p>
        </p:txBody>
      </p:sp>
      <p:sp>
        <p:nvSpPr>
          <p:cNvPr id="23" name="PPOFormulas">
            <a:extLst>
              <a:ext uri="{FF2B5EF4-FFF2-40B4-BE49-F238E27FC236}">
                <a16:creationId xmlns:a16="http://schemas.microsoft.com/office/drawing/2014/main" id="{3ADBF728-ABDC-4E2A-9BCC-2282BAE603B4}"/>
              </a:ext>
            </a:extLst>
          </p:cNvPr>
          <p:cNvSpPr txBox="1"/>
          <p:nvPr/>
        </p:nvSpPr>
        <p:spPr>
          <a:xfrm>
            <a:off x="571500" y="2802635"/>
            <a:ext cx="6858000" cy="185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2200" b="1" dirty="0">
                <a:solidFill>
                  <a:srgbClr val="1F4E79"/>
                </a:solidFill>
              </a:rPr>
              <a:t>Proximal Policy Optimization </a:t>
            </a:r>
          </a:p>
          <a:p>
            <a:pPr>
              <a:lnSpc>
                <a:spcPts val="2800"/>
              </a:lnSpc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1F4E79"/>
                </a:solidFill>
              </a:rPr>
              <a:t>Goal:   </a:t>
            </a:r>
            <a:r>
              <a:rPr lang="en-US" sz="2000" i="1" dirty="0"/>
              <a:t>π</a:t>
            </a:r>
            <a:r>
              <a:rPr lang="en-US" sz="2000" dirty="0"/>
              <a:t>* = arg max </a:t>
            </a:r>
            <a:r>
              <a:rPr lang="en-US" sz="1600" i="1" baseline="-25000" dirty="0"/>
              <a:t>π</a:t>
            </a:r>
            <a:r>
              <a:rPr lang="en-US" sz="2000" dirty="0"/>
              <a:t>   𝔼</a:t>
            </a:r>
            <a:r>
              <a:rPr lang="en-US" sz="1600" i="1" baseline="-25000" dirty="0"/>
              <a:t>π</a:t>
            </a:r>
            <a:r>
              <a:rPr lang="en-US" sz="2000" dirty="0"/>
              <a:t> [ Σ</a:t>
            </a:r>
            <a:r>
              <a:rPr lang="en-US" sz="1600" i="1" baseline="-25000" dirty="0"/>
              <a:t>t</a:t>
            </a:r>
            <a:r>
              <a:rPr lang="en-US" sz="2000" i="1" dirty="0"/>
              <a:t>  γ</a:t>
            </a:r>
            <a:r>
              <a:rPr lang="en-US" sz="1600" i="1" baseline="30000" dirty="0"/>
              <a:t>t</a:t>
            </a:r>
            <a:r>
              <a:rPr lang="en-US" sz="2000" dirty="0"/>
              <a:t> </a:t>
            </a:r>
            <a:r>
              <a:rPr lang="en-US" sz="2000" i="1" dirty="0"/>
              <a:t>r</a:t>
            </a:r>
            <a:r>
              <a:rPr lang="en-US" sz="1600" i="1" baseline="-25000" dirty="0"/>
              <a:t>t</a:t>
            </a:r>
            <a:r>
              <a:rPr lang="en-US" sz="2000" dirty="0"/>
              <a:t> ]</a:t>
            </a:r>
          </a:p>
          <a:p>
            <a:pPr>
              <a:lnSpc>
                <a:spcPts val="2600"/>
              </a:lnSpc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1F4E79"/>
                </a:solidFill>
              </a:rPr>
              <a:t>Loss:   </a:t>
            </a:r>
            <a:r>
              <a:rPr lang="en-US" sz="1800" i="1" dirty="0"/>
              <a:t>L</a:t>
            </a:r>
            <a:r>
              <a:rPr lang="en-US" sz="1400" baseline="30000" dirty="0"/>
              <a:t>CLIP</a:t>
            </a:r>
            <a:r>
              <a:rPr lang="en-US" sz="1800" dirty="0"/>
              <a:t>(</a:t>
            </a:r>
            <a:r>
              <a:rPr lang="en-US" sz="1800" i="1" dirty="0"/>
              <a:t>θ</a:t>
            </a:r>
            <a:r>
              <a:rPr lang="en-US" sz="1800" dirty="0"/>
              <a:t>) = 𝔼</a:t>
            </a:r>
            <a:r>
              <a:rPr lang="en-US" sz="1400" i="1" baseline="-25000" dirty="0"/>
              <a:t>t</a:t>
            </a:r>
            <a:r>
              <a:rPr lang="en-US" sz="1800" dirty="0"/>
              <a:t> [ min ( </a:t>
            </a:r>
            <a:r>
              <a:rPr lang="en-US" sz="1800" i="1" dirty="0"/>
              <a:t>r</a:t>
            </a:r>
            <a:r>
              <a:rPr lang="en-US" sz="1400" i="1" baseline="-25000" dirty="0"/>
              <a:t>t</a:t>
            </a:r>
            <a:r>
              <a:rPr lang="en-US" sz="1800" dirty="0"/>
              <a:t>(</a:t>
            </a:r>
            <a:r>
              <a:rPr lang="en-US" sz="1800" i="1" dirty="0"/>
              <a:t>θ</a:t>
            </a:r>
            <a:r>
              <a:rPr lang="en-US" sz="1800" dirty="0"/>
              <a:t>) Â</a:t>
            </a:r>
            <a:r>
              <a:rPr lang="en-US" sz="1400" i="1" baseline="-25000" dirty="0"/>
              <a:t>t</a:t>
            </a:r>
            <a:r>
              <a:rPr lang="en-US" sz="1800" dirty="0"/>
              <a:t> ,  clip( </a:t>
            </a:r>
            <a:r>
              <a:rPr lang="en-US" sz="1800" i="1" dirty="0"/>
              <a:t>r</a:t>
            </a:r>
            <a:r>
              <a:rPr lang="en-US" sz="1400" i="1" baseline="-25000" dirty="0"/>
              <a:t>t</a:t>
            </a:r>
            <a:r>
              <a:rPr lang="en-US" sz="1800" dirty="0"/>
              <a:t>(</a:t>
            </a:r>
            <a:r>
              <a:rPr lang="en-US" sz="1800" i="1" dirty="0"/>
              <a:t>θ</a:t>
            </a:r>
            <a:r>
              <a:rPr lang="en-US" sz="1800" dirty="0"/>
              <a:t>), 1 − </a:t>
            </a:r>
            <a:r>
              <a:rPr lang="en-US" sz="1800" i="1" dirty="0"/>
              <a:t>ε</a:t>
            </a:r>
            <a:r>
              <a:rPr lang="en-US" sz="1800" dirty="0"/>
              <a:t>, 1 + </a:t>
            </a:r>
            <a:r>
              <a:rPr lang="en-US" sz="1800" i="1" dirty="0"/>
              <a:t>ε</a:t>
            </a:r>
            <a:r>
              <a:rPr lang="en-US" sz="1800" dirty="0"/>
              <a:t>) Â</a:t>
            </a:r>
            <a:r>
              <a:rPr lang="en-US" sz="1400" i="1" baseline="-25000" dirty="0"/>
              <a:t>t</a:t>
            </a:r>
            <a:r>
              <a:rPr lang="en-US" sz="1800" dirty="0"/>
              <a:t> ) ]</a:t>
            </a:r>
          </a:p>
          <a:p>
            <a:pPr>
              <a:lnSpc>
                <a:spcPts val="2300"/>
              </a:lnSpc>
              <a:spcBef>
                <a:spcPts val="200"/>
              </a:spcBef>
              <a:buNone/>
            </a:pPr>
            <a:r>
              <a:rPr lang="en-US" sz="1900" dirty="0"/>
              <a:t>Clipping bounds the policy step — the same rollout can be reused safely.</a:t>
            </a:r>
          </a:p>
        </p:txBody>
      </p:sp>
    </p:spTree>
    <p:extLst>
      <p:ext uri="{BB962C8B-B14F-4D97-AF65-F5344CB8AC3E}">
        <p14:creationId xmlns:p14="http://schemas.microsoft.com/office/powerpoint/2010/main" val="3817687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4984FA-91F9-F11A-52BA-FCDB2D72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Reward Function &amp; Spawn Curriculum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A17BDD-D338-4420-ADDE-AB4B25E9BBF9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968500"/>
          <a:ext cx="9652000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196901896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299870446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45877967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Term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Formula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Role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768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pos_c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−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C</a:t>
                      </a:r>
                      <a:r>
                        <a:rPr lang="en-US" sz="2000" baseline="-25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rp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 · ‖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p</a:t>
                      </a:r>
                      <a:r>
                        <a:rPr lang="en-US" sz="2000" baseline="-25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err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‖</a:t>
                      </a:r>
                      <a:r>
                        <a:rPr lang="en-US" sz="2000" baseline="30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Position 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75712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orient_c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−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C</a:t>
                      </a:r>
                      <a:r>
                        <a:rPr lang="en-US" sz="2000" baseline="-25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rq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 · (1 − 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q</a:t>
                      </a:r>
                      <a:r>
                        <a:rPr lang="en-US" sz="2000" baseline="-25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w</a:t>
                      </a:r>
                      <a:r>
                        <a:rPr lang="en-US" sz="2000" baseline="30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2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Upright attitude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3831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vel_c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−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C</a:t>
                      </a:r>
                      <a:r>
                        <a:rPr lang="en-US" sz="2000" baseline="-25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rv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 · ‖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v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‖</a:t>
                      </a:r>
                      <a:r>
                        <a:rPr lang="en-US" sz="2000" baseline="30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Velocity damping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97367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ang_c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−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C</a:t>
                      </a:r>
                      <a:r>
                        <a:rPr lang="en-US" sz="2000" baseline="-25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rω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 · ‖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ω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‖</a:t>
                      </a:r>
                      <a:r>
                        <a:rPr lang="en-US" sz="2000" baseline="30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Angular stability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5704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act_c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−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C</a:t>
                      </a:r>
                      <a:r>
                        <a:rPr lang="en-US" sz="2000" baseline="-25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ra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 · ‖Δ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a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‖</a:t>
                      </a:r>
                      <a:r>
                        <a:rPr lang="en-US" sz="2000" baseline="30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Action jerk penalty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9347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survival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+0.50  (fixed)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Stay airborne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9726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+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λ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 · (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d</a:t>
                      </a:r>
                      <a:r>
                        <a:rPr lang="en-US" sz="2000" baseline="-25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t−1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 − 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d</a:t>
                      </a:r>
                      <a:r>
                        <a:rPr lang="en-US" sz="2000" baseline="-25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t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),  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d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 &gt; 0.10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Dense transit signal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7196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hover_bonus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+0.15,  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d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 &lt; 0.15 m  &amp;  ‖</a:t>
                      </a:r>
                      <a:r>
                        <a:rPr lang="en-US" sz="2000" i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v</a:t>
                      </a: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‖ &lt; 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Settlement reward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4815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arrival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+15.0  (one-time)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Waypoint reached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370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crash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−2.0  (one-time)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Ground 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2932067"/>
                  </a:ext>
                </a:extLst>
              </a:tr>
            </a:tbl>
          </a:graphicData>
        </a:graphic>
      </p:graphicFrame>
      <p:sp>
        <p:nvSpPr>
          <p:cNvPr id="6" name="CurriculumBox">
            <a:extLst>
              <a:ext uri="{FF2B5EF4-FFF2-40B4-BE49-F238E27FC236}">
                <a16:creationId xmlns:a16="http://schemas.microsoft.com/office/drawing/2014/main" id="{C72D5388-E49C-460F-A7AD-866EAAB63FDE}"/>
              </a:ext>
            </a:extLst>
          </p:cNvPr>
          <p:cNvSpPr txBox="1"/>
          <p:nvPr/>
        </p:nvSpPr>
        <p:spPr>
          <a:xfrm>
            <a:off x="10668000" y="1968500"/>
            <a:ext cx="7112000" cy="430630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Bef>
                <a:spcPts val="500"/>
              </a:spcBef>
              <a:buNone/>
            </a:pPr>
            <a:r>
              <a:rPr lang="en-US" sz="2500" b="1" dirty="0">
                <a:solidFill>
                  <a:srgbClr val="1F4E79"/>
                </a:solidFill>
              </a:rPr>
              <a:t>Why these terms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Penalties (pos / orient / vel / ang / act) shape the long-tail target hovering behaviour.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Approach term gives a </a:t>
            </a:r>
            <a:r>
              <a:rPr lang="en-US" sz="2200" b="1" dirty="0"/>
              <a:t>dense</a:t>
            </a:r>
            <a:r>
              <a:rPr lang="en-US" sz="2200" dirty="0"/>
              <a:t> gradient — pure goal-reach is too sparse for PPO.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Velocity-gated hover bonus prevents the policy from sprinting at the target.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Arrival (+15) and crash (−2) provide the terminal signal.</a:t>
            </a:r>
          </a:p>
          <a:p>
            <a:pPr>
              <a:buNone/>
            </a:pPr>
            <a:endParaRPr lang="en-US" sz="800"/>
          </a:p>
          <a:p>
            <a:pPr>
              <a:spcBef>
                <a:spcPts val="500"/>
              </a:spcBef>
              <a:buNone/>
            </a:pPr>
            <a:r>
              <a:rPr lang="en-US" sz="2500" b="1" dirty="0">
                <a:solidFill>
                  <a:srgbClr val="1F4E79"/>
                </a:solidFill>
              </a:rPr>
              <a:t>Curriculum logic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i="1" dirty="0"/>
              <a:t>c</a:t>
            </a:r>
            <a:r>
              <a:rPr lang="en-US" sz="2200" dirty="0"/>
              <a:t> ∈ [0, 1] ramps spawn difficulty over the first 1.5 M steps.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Reward weights anneal in parallel — learn to hover first, then to recover.</a:t>
            </a:r>
          </a:p>
        </p:txBody>
      </p:sp>
    </p:spTree>
    <p:extLst>
      <p:ext uri="{BB962C8B-B14F-4D97-AF65-F5344CB8AC3E}">
        <p14:creationId xmlns:p14="http://schemas.microsoft.com/office/powerpoint/2010/main" val="177923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6A391A-9F6D-CD4E-7661-420E10EC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Results</a:t>
            </a:r>
          </a:p>
        </p:txBody>
      </p:sp>
      <p:sp>
        <p:nvSpPr>
          <p:cNvPr id="4" name="FindingsBox">
            <a:extLst>
              <a:ext uri="{FF2B5EF4-FFF2-40B4-BE49-F238E27FC236}">
                <a16:creationId xmlns:a16="http://schemas.microsoft.com/office/drawing/2014/main" id="{61055C3B-FDE2-4305-BE7B-311F95A7BC8A}"/>
              </a:ext>
            </a:extLst>
          </p:cNvPr>
          <p:cNvSpPr txBox="1"/>
          <p:nvPr/>
        </p:nvSpPr>
        <p:spPr>
          <a:xfrm>
            <a:off x="9652000" y="1968501"/>
            <a:ext cx="8128000" cy="306750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Bef>
                <a:spcPts val="500"/>
              </a:spcBef>
              <a:buNone/>
            </a:pPr>
            <a:r>
              <a:rPr lang="en-US" sz="2500" b="1" dirty="0">
                <a:solidFill>
                  <a:srgbClr val="1F4E79"/>
                </a:solidFill>
              </a:rPr>
              <a:t>How we measure it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A </a:t>
            </a:r>
            <a:r>
              <a:rPr lang="en-US" sz="2200" b="1" dirty="0"/>
              <a:t>leg</a:t>
            </a:r>
            <a:r>
              <a:rPr lang="en-US" sz="2200" dirty="0"/>
              <a:t> = one waypoint segment.  Success = ‖</a:t>
            </a:r>
            <a:r>
              <a:rPr lang="en-US" sz="2200" i="1" dirty="0"/>
              <a:t>p</a:t>
            </a:r>
            <a:r>
              <a:rPr lang="en-US" sz="2200" baseline="-25000" dirty="0"/>
              <a:t>err</a:t>
            </a:r>
            <a:r>
              <a:rPr lang="en-US" sz="2200" dirty="0"/>
              <a:t>‖ &lt; 0.15 m.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Multi-waypoint chaining, no reset, 8 000-step budget, 20 episodes.</a:t>
            </a:r>
          </a:p>
          <a:p>
            <a:pPr>
              <a:buNone/>
            </a:pPr>
            <a:endParaRPr lang="en-US" sz="800"/>
          </a:p>
          <a:p>
            <a:pPr>
              <a:spcBef>
                <a:spcPts val="500"/>
              </a:spcBef>
              <a:buNone/>
            </a:pPr>
            <a:r>
              <a:rPr lang="en-US" sz="2500" b="1" dirty="0">
                <a:solidFill>
                  <a:srgbClr val="1F4E79"/>
                </a:solidFill>
              </a:rPr>
              <a:t>Key findings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Clean-start: 73 → 82.9% (3 → 30 M).  Converges at ~30 M.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Randomised keeps improving: 25.9 → 53.5%.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Robustness gap narrows monotonically: 47.1 → 28.3 pp.</a:t>
            </a:r>
          </a:p>
          <a:p>
            <a:pPr marL="285750" indent="-285750">
              <a:lnSpc>
                <a:spcPts val="2700"/>
              </a:lnSpc>
              <a:spcBef>
                <a:spcPts val="300"/>
              </a:spcBef>
              <a:buFont typeface="Arial"/>
              <a:buChar char="•"/>
            </a:pPr>
            <a:r>
              <a:rPr lang="en-US" sz="2200" dirty="0"/>
              <a:t>Distance-stratified: 100% at &lt; 0.5 m drops to 68.2% at 1.5–3.0 m.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609600" y="2095500"/>
          <a:ext cx="8890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8503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2846-8EC7-0FA7-4AC3-A12C559F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Conclusion &amp;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9CC3-A251-0159-975D-ADBAC5C205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End-to-end PPO learned direct-RPM position control — no hand-tuned cascade.</a:t>
            </a:r>
          </a:p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Robustness keeps improving past clean-start convergence.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83911-225F-A039-9138-F529E0E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800" b="1" dirty="0"/>
              <a:t>Sim-to-Real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FD739E-AD06-F75E-A826-8AB608F96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Validate the simulator: zero-shot transfer to a physical Crazyflie 2.x.</a:t>
            </a:r>
          </a:p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Real motor lag and battery sag will stress the policy.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39CF8E-E242-5FC2-7CAB-8FF09A04A5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1800" b="1" dirty="0"/>
              <a:t>Motor-Lag Robustness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6D68C4-8543-8701-4F0C-CE6AC1B7A6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Randomise τ around 0.15 s during training.</a:t>
            </a:r>
          </a:p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Closes the gap between sim motor dynamics and any unseen real airframe.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18EC24-AA4A-0985-9381-06EA4F34E5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 b="1" dirty="0"/>
              <a:t>Reward Refinement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16ABD61-A06C-58A8-DE6A-133FA9B70C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Remove flat +0.5 survival bonus — currently creates a hover attractor away from the goal.</a:t>
            </a:r>
          </a:p>
          <a:p>
            <a:pPr marL="285750" indent="-285750">
              <a:lnSpc>
                <a:spcPts val="2900"/>
              </a:lnSpc>
              <a:spcBef>
                <a:spcPts val="400"/>
              </a:spcBef>
              <a:buFont typeface="Arial"/>
              <a:buChar char="•"/>
            </a:pPr>
            <a:r>
              <a:rPr lang="en-US" sz="2500" dirty="0"/>
              <a:t>Replace with a small altitude/recovery term.</a:t>
            </a:r>
          </a:p>
        </p:txBody>
      </p:sp>
      <p:pic>
        <p:nvPicPr>
          <p:cNvPr id="11" name="Graphic 11" descr="Motor lag robustnes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3700" y="5880100"/>
            <a:ext cx="431800" cy="431800"/>
          </a:xfrm>
          <a:prstGeom prst="rect">
            <a:avLst/>
          </a:prstGeom>
        </p:spPr>
      </p:pic>
      <p:pic>
        <p:nvPicPr>
          <p:cNvPr id="12" name="Graphic 12" descr="Sim-to-re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5880100"/>
            <a:ext cx="431800" cy="431800"/>
          </a:xfrm>
          <a:prstGeom prst="rect">
            <a:avLst/>
          </a:prstGeom>
        </p:spPr>
      </p:pic>
      <p:pic>
        <p:nvPicPr>
          <p:cNvPr id="13" name="Graphic 13" descr="Reward refine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88900" y="58801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47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34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59F2AD-4946-481F-8243-9BE3801B5D91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f9c9451d-1c4d-4de1-9481-11566ee01b6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890</Words>
  <Application>Microsoft Office PowerPoint</Application>
  <PresentationFormat>Custom</PresentationFormat>
  <Paragraphs>141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Medium</vt:lpstr>
      <vt:lpstr>Poppins Bold</vt:lpstr>
      <vt:lpstr>Aptos</vt:lpstr>
      <vt:lpstr>Arial</vt:lpstr>
      <vt:lpstr>Calibri</vt:lpstr>
      <vt:lpstr>Poppins</vt:lpstr>
      <vt:lpstr>Office Theme</vt:lpstr>
      <vt:lpstr>End-to-End Quadrotor Position Control via Proximal Policy Optimization with Direct Motor Actuation</vt:lpstr>
      <vt:lpstr>Introduction &amp; Contributions</vt:lpstr>
      <vt:lpstr>System Comparison</vt:lpstr>
      <vt:lpstr>Method</vt:lpstr>
      <vt:lpstr>Reward Function &amp; Spawn Curriculum</vt:lpstr>
      <vt:lpstr>Results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and Cyan Modern Technology Pitch Deck Presentation</dc:title>
  <dc:creator>ICT4.0(10)</dc:creator>
  <cp:lastModifiedBy>Adrian Ferdinand</cp:lastModifiedBy>
  <cp:revision>23</cp:revision>
  <dcterms:created xsi:type="dcterms:W3CDTF">2006-08-16T00:00:00Z</dcterms:created>
  <dcterms:modified xsi:type="dcterms:W3CDTF">2026-06-11T22:38:10Z</dcterms:modified>
  <dc:identifier>DAGjF8RMT4c</dc:identifier>
</cp:coreProperties>
</file>